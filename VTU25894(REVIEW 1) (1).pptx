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Banala" userId="101f7253c23e4238" providerId="LiveId" clId="{60FAF7E9-AC93-4207-8AB5-2C47178FB2A1}"/>
    <pc:docChg chg="custSel modSld">
      <pc:chgData name="Pavan Banala" userId="101f7253c23e4238" providerId="LiveId" clId="{60FAF7E9-AC93-4207-8AB5-2C47178FB2A1}" dt="2026-03-26T04:28:39.936" v="8" actId="14100"/>
      <pc:docMkLst>
        <pc:docMk/>
      </pc:docMkLst>
      <pc:sldChg chg="addSp delSp modSp mod">
        <pc:chgData name="Pavan Banala" userId="101f7253c23e4238" providerId="LiveId" clId="{60FAF7E9-AC93-4207-8AB5-2C47178FB2A1}" dt="2026-03-26T04:28:39.936" v="8" actId="14100"/>
        <pc:sldMkLst>
          <pc:docMk/>
          <pc:sldMk cId="0" sldId="269"/>
        </pc:sldMkLst>
        <pc:picChg chg="del">
          <ac:chgData name="Pavan Banala" userId="101f7253c23e4238" providerId="LiveId" clId="{60FAF7E9-AC93-4207-8AB5-2C47178FB2A1}" dt="2026-03-26T04:28:19.122" v="0" actId="478"/>
          <ac:picMkLst>
            <pc:docMk/>
            <pc:sldMk cId="0" sldId="269"/>
            <ac:picMk id="3" creationId="{00000000-0000-0000-0000-000000000000}"/>
          </ac:picMkLst>
        </pc:picChg>
        <pc:picChg chg="add mod">
          <ac:chgData name="Pavan Banala" userId="101f7253c23e4238" providerId="LiveId" clId="{60FAF7E9-AC93-4207-8AB5-2C47178FB2A1}" dt="2026-03-26T04:28:39.936" v="8" actId="14100"/>
          <ac:picMkLst>
            <pc:docMk/>
            <pc:sldMk cId="0" sldId="269"/>
            <ac:picMk id="6" creationId="{BE8E6B2B-6A40-2CF7-A2FC-E24B828BCD4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5384" y="4718303"/>
            <a:ext cx="545465" cy="545465"/>
          </a:xfrm>
          <a:custGeom>
            <a:avLst/>
            <a:gdLst/>
            <a:ahLst/>
            <a:cxnLst/>
            <a:rect l="l" t="t" r="r" b="b"/>
            <a:pathLst>
              <a:path w="545465" h="545464">
                <a:moveTo>
                  <a:pt x="272542" y="0"/>
                </a:moveTo>
                <a:lnTo>
                  <a:pt x="223494" y="4445"/>
                </a:lnTo>
                <a:lnTo>
                  <a:pt x="177355" y="17018"/>
                </a:lnTo>
                <a:lnTo>
                  <a:pt x="134886" y="37211"/>
                </a:lnTo>
                <a:lnTo>
                  <a:pt x="96862" y="64008"/>
                </a:lnTo>
                <a:lnTo>
                  <a:pt x="64033" y="96901"/>
                </a:lnTo>
                <a:lnTo>
                  <a:pt x="37160" y="134874"/>
                </a:lnTo>
                <a:lnTo>
                  <a:pt x="17030" y="177419"/>
                </a:lnTo>
                <a:lnTo>
                  <a:pt x="4381" y="223520"/>
                </a:lnTo>
                <a:lnTo>
                  <a:pt x="0" y="272542"/>
                </a:lnTo>
                <a:lnTo>
                  <a:pt x="4381" y="321564"/>
                </a:lnTo>
                <a:lnTo>
                  <a:pt x="17030" y="367665"/>
                </a:lnTo>
                <a:lnTo>
                  <a:pt x="37160" y="410210"/>
                </a:lnTo>
                <a:lnTo>
                  <a:pt x="64033" y="448183"/>
                </a:lnTo>
                <a:lnTo>
                  <a:pt x="96862" y="481076"/>
                </a:lnTo>
                <a:lnTo>
                  <a:pt x="134886" y="507873"/>
                </a:lnTo>
                <a:lnTo>
                  <a:pt x="177355" y="528066"/>
                </a:lnTo>
                <a:lnTo>
                  <a:pt x="223494" y="540639"/>
                </a:lnTo>
                <a:lnTo>
                  <a:pt x="272542" y="545084"/>
                </a:lnTo>
                <a:lnTo>
                  <a:pt x="321589" y="540639"/>
                </a:lnTo>
                <a:lnTo>
                  <a:pt x="367728" y="528066"/>
                </a:lnTo>
                <a:lnTo>
                  <a:pt x="410197" y="507873"/>
                </a:lnTo>
                <a:lnTo>
                  <a:pt x="448221" y="481076"/>
                </a:lnTo>
                <a:lnTo>
                  <a:pt x="481050" y="448183"/>
                </a:lnTo>
                <a:lnTo>
                  <a:pt x="507923" y="410210"/>
                </a:lnTo>
                <a:lnTo>
                  <a:pt x="528053" y="367665"/>
                </a:lnTo>
                <a:lnTo>
                  <a:pt x="540702" y="321564"/>
                </a:lnTo>
                <a:lnTo>
                  <a:pt x="545084" y="272542"/>
                </a:lnTo>
                <a:lnTo>
                  <a:pt x="540702" y="223520"/>
                </a:lnTo>
                <a:lnTo>
                  <a:pt x="528053" y="177419"/>
                </a:lnTo>
                <a:lnTo>
                  <a:pt x="507923" y="134874"/>
                </a:lnTo>
                <a:lnTo>
                  <a:pt x="481050" y="96901"/>
                </a:lnTo>
                <a:lnTo>
                  <a:pt x="448221" y="64008"/>
                </a:lnTo>
                <a:lnTo>
                  <a:pt x="410197" y="37211"/>
                </a:lnTo>
                <a:lnTo>
                  <a:pt x="367728" y="17018"/>
                </a:lnTo>
                <a:lnTo>
                  <a:pt x="321589" y="4445"/>
                </a:lnTo>
                <a:lnTo>
                  <a:pt x="27254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36448" y="288036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747"/>
                </a:lnTo>
                <a:lnTo>
                  <a:pt x="57848" y="29082"/>
                </a:lnTo>
                <a:lnTo>
                  <a:pt x="27241" y="61722"/>
                </a:lnTo>
                <a:lnTo>
                  <a:pt x="7188" y="103124"/>
                </a:lnTo>
                <a:lnTo>
                  <a:pt x="0" y="150622"/>
                </a:lnTo>
                <a:lnTo>
                  <a:pt x="7188" y="198247"/>
                </a:lnTo>
                <a:lnTo>
                  <a:pt x="27241" y="239649"/>
                </a:lnTo>
                <a:lnTo>
                  <a:pt x="57848" y="272288"/>
                </a:lnTo>
                <a:lnTo>
                  <a:pt x="96735" y="293624"/>
                </a:lnTo>
                <a:lnTo>
                  <a:pt x="141604" y="301370"/>
                </a:lnTo>
                <a:lnTo>
                  <a:pt x="186474" y="293624"/>
                </a:lnTo>
                <a:lnTo>
                  <a:pt x="225361" y="272288"/>
                </a:lnTo>
                <a:lnTo>
                  <a:pt x="255968" y="239649"/>
                </a:lnTo>
                <a:lnTo>
                  <a:pt x="276021" y="198247"/>
                </a:lnTo>
                <a:lnTo>
                  <a:pt x="283210" y="150622"/>
                </a:lnTo>
                <a:lnTo>
                  <a:pt x="276021" y="103124"/>
                </a:lnTo>
                <a:lnTo>
                  <a:pt x="255968" y="61722"/>
                </a:lnTo>
                <a:lnTo>
                  <a:pt x="225361" y="29082"/>
                </a:lnTo>
                <a:lnTo>
                  <a:pt x="186474" y="7747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6448" y="2148839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36448" y="3249167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5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3"/>
                </a:lnTo>
                <a:lnTo>
                  <a:pt x="141604" y="298323"/>
                </a:lnTo>
                <a:lnTo>
                  <a:pt x="186474" y="290703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5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36448" y="2514600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36448" y="3983735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536448" y="3617976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536448" y="4352544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6"/>
                </a:lnTo>
                <a:lnTo>
                  <a:pt x="7188" y="102107"/>
                </a:lnTo>
                <a:lnTo>
                  <a:pt x="0" y="149097"/>
                </a:lnTo>
                <a:lnTo>
                  <a:pt x="7188" y="196214"/>
                </a:lnTo>
                <a:lnTo>
                  <a:pt x="27241" y="237108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2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8"/>
                </a:lnTo>
                <a:lnTo>
                  <a:pt x="276021" y="196214"/>
                </a:lnTo>
                <a:lnTo>
                  <a:pt x="283210" y="149097"/>
                </a:lnTo>
                <a:lnTo>
                  <a:pt x="276021" y="102107"/>
                </a:lnTo>
                <a:lnTo>
                  <a:pt x="255968" y="61086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37972" y="5326379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20"/>
                </a:lnTo>
                <a:lnTo>
                  <a:pt x="57848" y="28956"/>
                </a:lnTo>
                <a:lnTo>
                  <a:pt x="27241" y="61468"/>
                </a:lnTo>
                <a:lnTo>
                  <a:pt x="7188" y="102743"/>
                </a:lnTo>
                <a:lnTo>
                  <a:pt x="0" y="149987"/>
                </a:lnTo>
                <a:lnTo>
                  <a:pt x="7188" y="198120"/>
                </a:lnTo>
                <a:lnTo>
                  <a:pt x="27241" y="239776"/>
                </a:lnTo>
                <a:lnTo>
                  <a:pt x="57848" y="272542"/>
                </a:lnTo>
                <a:lnTo>
                  <a:pt x="96735" y="294005"/>
                </a:lnTo>
                <a:lnTo>
                  <a:pt x="141604" y="301625"/>
                </a:lnTo>
                <a:lnTo>
                  <a:pt x="186474" y="294005"/>
                </a:lnTo>
                <a:lnTo>
                  <a:pt x="225361" y="272542"/>
                </a:lnTo>
                <a:lnTo>
                  <a:pt x="255968" y="239776"/>
                </a:lnTo>
                <a:lnTo>
                  <a:pt x="276021" y="198120"/>
                </a:lnTo>
                <a:lnTo>
                  <a:pt x="283209" y="149987"/>
                </a:lnTo>
                <a:lnTo>
                  <a:pt x="276021" y="102743"/>
                </a:lnTo>
                <a:lnTo>
                  <a:pt x="255968" y="61468"/>
                </a:lnTo>
                <a:lnTo>
                  <a:pt x="225361" y="28956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7917" y="1208912"/>
            <a:ext cx="5708650" cy="427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621536"/>
            <a:ext cx="527303" cy="1402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8656" y="1057655"/>
            <a:ext cx="999744" cy="56570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6750" y="1197051"/>
            <a:ext cx="6096127" cy="5069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6019" y="2197684"/>
            <a:ext cx="8419465" cy="3721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4240" y="1057655"/>
            <a:ext cx="2804159" cy="8930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5"/>
            <a:ext cx="713232" cy="54315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1128" y="1225296"/>
            <a:ext cx="2468879" cy="6736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26311" y="1946274"/>
            <a:ext cx="777748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20" dirty="0">
                <a:latin typeface="Cambria"/>
                <a:cs typeface="Cambria"/>
              </a:rPr>
              <a:t>Vel</a:t>
            </a:r>
            <a:r>
              <a:rPr sz="1750" b="1" spc="-80" dirty="0">
                <a:latin typeface="Cambria"/>
                <a:cs typeface="Cambria"/>
              </a:rPr>
              <a:t> </a:t>
            </a:r>
            <a:r>
              <a:rPr sz="1750" b="1" spc="-20" dirty="0">
                <a:latin typeface="Cambria"/>
                <a:cs typeface="Cambria"/>
              </a:rPr>
              <a:t>Tech</a:t>
            </a:r>
            <a:r>
              <a:rPr sz="1750" b="1" spc="-7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Rangarajan</a:t>
            </a:r>
            <a:r>
              <a:rPr sz="1750" b="1" spc="-85" dirty="0">
                <a:latin typeface="Cambria"/>
                <a:cs typeface="Cambria"/>
              </a:rPr>
              <a:t> </a:t>
            </a:r>
            <a:r>
              <a:rPr sz="1750" b="1" spc="-45" dirty="0">
                <a:latin typeface="Cambria"/>
                <a:cs typeface="Cambria"/>
              </a:rPr>
              <a:t>Dr.</a:t>
            </a:r>
            <a:r>
              <a:rPr sz="1750" b="1" spc="-9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Sagunthala</a:t>
            </a:r>
            <a:r>
              <a:rPr sz="1750" b="1" spc="-2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R&amp;D</a:t>
            </a:r>
            <a:r>
              <a:rPr sz="1750" b="1" spc="-3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Institute</a:t>
            </a:r>
            <a:r>
              <a:rPr sz="1750" b="1" spc="-7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of</a:t>
            </a:r>
            <a:r>
              <a:rPr sz="1750" b="1" spc="-4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Science</a:t>
            </a:r>
            <a:r>
              <a:rPr sz="1750" b="1" spc="-4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and</a:t>
            </a:r>
            <a:r>
              <a:rPr sz="1750" b="1" spc="-35" dirty="0">
                <a:latin typeface="Cambria"/>
                <a:cs typeface="Cambria"/>
              </a:rPr>
              <a:t> </a:t>
            </a:r>
            <a:r>
              <a:rPr sz="1750" b="1" spc="-10" dirty="0">
                <a:latin typeface="Cambria"/>
                <a:cs typeface="Cambria"/>
              </a:rPr>
              <a:t>Technology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33571" y="2215641"/>
            <a:ext cx="235458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1950" spc="-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95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1950" spc="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95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8000" y="2429887"/>
            <a:ext cx="6691630" cy="232092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785"/>
              </a:spcBef>
            </a:pPr>
            <a:r>
              <a:rPr sz="1750" b="1" dirty="0">
                <a:latin typeface="Cambria"/>
                <a:cs typeface="Cambria"/>
              </a:rPr>
              <a:t>Department</a:t>
            </a:r>
            <a:r>
              <a:rPr sz="1750" b="1" spc="-6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of</a:t>
            </a:r>
            <a:r>
              <a:rPr sz="1750" b="1" spc="-2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Computer</a:t>
            </a:r>
            <a:r>
              <a:rPr sz="1750" b="1" spc="-10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Science</a:t>
            </a:r>
            <a:r>
              <a:rPr sz="1750" b="1" spc="-20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and</a:t>
            </a:r>
            <a:r>
              <a:rPr sz="1750" b="1" spc="-20" dirty="0">
                <a:latin typeface="Cambria"/>
                <a:cs typeface="Cambria"/>
              </a:rPr>
              <a:t> </a:t>
            </a:r>
            <a:r>
              <a:rPr sz="1750" b="1" spc="-10" dirty="0">
                <a:latin typeface="Cambria"/>
                <a:cs typeface="Cambria"/>
              </a:rPr>
              <a:t>Engineering</a:t>
            </a:r>
            <a:endParaRPr sz="1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500" b="1" spc="105" dirty="0">
                <a:solidFill>
                  <a:srgbClr val="0033CC"/>
                </a:solidFill>
                <a:latin typeface="Cambria"/>
                <a:cs typeface="Cambria"/>
              </a:rPr>
              <a:t>10211</a:t>
            </a:r>
            <a:r>
              <a:rPr sz="1500" b="1" spc="-19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70" dirty="0">
                <a:solidFill>
                  <a:srgbClr val="0033CC"/>
                </a:solidFill>
                <a:latin typeface="Cambria"/>
                <a:cs typeface="Cambria"/>
              </a:rPr>
              <a:t>CS</a:t>
            </a:r>
            <a:r>
              <a:rPr sz="1500" b="1" spc="-20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90" dirty="0">
                <a:solidFill>
                  <a:srgbClr val="0033CC"/>
                </a:solidFill>
                <a:latin typeface="Cambria"/>
                <a:cs typeface="Cambria"/>
              </a:rPr>
              <a:t>224</a:t>
            </a:r>
            <a:r>
              <a:rPr sz="1500" b="1" spc="40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1500" b="1" spc="35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12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1500" b="1" spc="28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120" dirty="0">
                <a:solidFill>
                  <a:srgbClr val="0033CC"/>
                </a:solidFill>
                <a:latin typeface="Cambria"/>
                <a:cs typeface="Cambria"/>
              </a:rPr>
              <a:t>STA</a:t>
            </a:r>
            <a:r>
              <a:rPr sz="1500" b="1" spc="-1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90" dirty="0">
                <a:solidFill>
                  <a:srgbClr val="0033CC"/>
                </a:solidFill>
                <a:latin typeface="Cambria"/>
                <a:cs typeface="Cambria"/>
              </a:rPr>
              <a:t>CK</a:t>
            </a:r>
            <a:r>
              <a:rPr sz="1500" b="1" spc="35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11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1500" b="1" spc="35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14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1500" b="1" spc="33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500" b="1" spc="6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1500">
              <a:latin typeface="Cambria"/>
              <a:cs typeface="Cambria"/>
            </a:endParaRPr>
          </a:p>
          <a:p>
            <a:pPr marL="17145" algn="ctr">
              <a:lnSpc>
                <a:spcPct val="100000"/>
              </a:lnSpc>
              <a:spcBef>
                <a:spcPts val="895"/>
              </a:spcBef>
            </a:pPr>
            <a:r>
              <a:rPr sz="1950" b="1" dirty="0">
                <a:solidFill>
                  <a:srgbClr val="BE0000"/>
                </a:solidFill>
                <a:latin typeface="Arial"/>
                <a:cs typeface="Arial"/>
              </a:rPr>
              <a:t>PROJECT</a:t>
            </a:r>
            <a:r>
              <a:rPr sz="1950" b="1" spc="25" dirty="0">
                <a:solidFill>
                  <a:srgbClr val="BE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E0000"/>
                </a:solidFill>
                <a:latin typeface="Arial"/>
                <a:cs typeface="Arial"/>
              </a:rPr>
              <a:t>REVIEW</a:t>
            </a:r>
            <a:r>
              <a:rPr sz="1950" b="1" spc="-5" dirty="0">
                <a:solidFill>
                  <a:srgbClr val="BE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E0000"/>
                </a:solidFill>
                <a:latin typeface="Arial"/>
                <a:cs typeface="Arial"/>
              </a:rPr>
              <a:t>:</a:t>
            </a:r>
            <a:r>
              <a:rPr sz="1950" b="1" spc="-20" dirty="0">
                <a:solidFill>
                  <a:srgbClr val="BE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E0000"/>
                </a:solidFill>
                <a:latin typeface="Arial"/>
                <a:cs typeface="Arial"/>
              </a:rPr>
              <a:t>MILESTONE</a:t>
            </a:r>
            <a:r>
              <a:rPr sz="1950" b="1" spc="15" dirty="0">
                <a:solidFill>
                  <a:srgbClr val="BE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E0000"/>
                </a:solidFill>
                <a:latin typeface="Arial"/>
                <a:cs typeface="Arial"/>
              </a:rPr>
              <a:t>PROJECT</a:t>
            </a:r>
            <a:r>
              <a:rPr sz="1950" b="1" spc="20" dirty="0">
                <a:solidFill>
                  <a:srgbClr val="BE0000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BE0000"/>
                </a:solidFill>
                <a:latin typeface="Arial"/>
                <a:cs typeface="Arial"/>
              </a:rPr>
              <a:t>–</a:t>
            </a:r>
            <a:r>
              <a:rPr sz="1950" b="1" spc="-15" dirty="0">
                <a:solidFill>
                  <a:srgbClr val="BE0000"/>
                </a:solidFill>
                <a:latin typeface="Arial"/>
                <a:cs typeface="Arial"/>
              </a:rPr>
              <a:t> </a:t>
            </a:r>
            <a:r>
              <a:rPr sz="1950" b="1" spc="-50" dirty="0">
                <a:solidFill>
                  <a:srgbClr val="BE00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950">
              <a:latin typeface="Arial"/>
              <a:cs typeface="Arial"/>
            </a:endParaRPr>
          </a:p>
          <a:p>
            <a:pPr marL="17145" algn="ctr">
              <a:lnSpc>
                <a:spcPct val="100000"/>
              </a:lnSpc>
            </a:pPr>
            <a:r>
              <a:rPr sz="1950" b="1" dirty="0">
                <a:solidFill>
                  <a:srgbClr val="BE0000"/>
                </a:solidFill>
                <a:latin typeface="Arial"/>
                <a:cs typeface="Arial"/>
              </a:rPr>
              <a:t>Date:</a:t>
            </a:r>
            <a:r>
              <a:rPr sz="1950" b="1" spc="90" dirty="0">
                <a:solidFill>
                  <a:srgbClr val="BE0000"/>
                </a:solidFill>
                <a:latin typeface="Arial"/>
                <a:cs typeface="Arial"/>
              </a:rPr>
              <a:t> </a:t>
            </a:r>
            <a:r>
              <a:rPr sz="1950" b="1" spc="50" dirty="0">
                <a:solidFill>
                  <a:srgbClr val="BE0000"/>
                </a:solidFill>
                <a:latin typeface="Arial"/>
                <a:cs typeface="Arial"/>
              </a:rPr>
              <a:t>23-</a:t>
            </a:r>
            <a:r>
              <a:rPr sz="1950" b="1" spc="-20" dirty="0">
                <a:solidFill>
                  <a:srgbClr val="BE0000"/>
                </a:solidFill>
                <a:latin typeface="Arial"/>
                <a:cs typeface="Arial"/>
              </a:rPr>
              <a:t>03-2026</a:t>
            </a:r>
            <a:endParaRPr sz="195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2140"/>
              </a:spcBef>
            </a:pPr>
            <a:r>
              <a:rPr sz="2200" spc="-10" dirty="0">
                <a:solidFill>
                  <a:srgbClr val="0033CC"/>
                </a:solidFill>
                <a:latin typeface="Calibri"/>
                <a:cs typeface="Calibri"/>
              </a:rPr>
              <a:t>Automated</a:t>
            </a:r>
            <a:r>
              <a:rPr sz="2200" spc="-9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Quiz</a:t>
            </a:r>
            <a:r>
              <a:rPr sz="2200" spc="-8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Engine</a:t>
            </a:r>
            <a:r>
              <a:rPr sz="2200" spc="-8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with</a:t>
            </a:r>
            <a:r>
              <a:rPr sz="220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Calibri"/>
                <a:cs typeface="Calibri"/>
              </a:rPr>
              <a:t>PDF</a:t>
            </a:r>
            <a:r>
              <a:rPr sz="2200" spc="-7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33CC"/>
                </a:solidFill>
                <a:latin typeface="Calibri"/>
                <a:cs typeface="Calibri"/>
              </a:rPr>
              <a:t>Certification</a:t>
            </a:r>
            <a:r>
              <a:rPr sz="2200" spc="-9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33CC"/>
                </a:solidFill>
                <a:latin typeface="Calibri"/>
                <a:cs typeface="Calibri"/>
              </a:rPr>
              <a:t>Generation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9816" y="5016753"/>
            <a:ext cx="16624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mbria"/>
                <a:cs typeface="Cambria"/>
              </a:rPr>
              <a:t>SDG</a:t>
            </a:r>
            <a:r>
              <a:rPr sz="1100" b="1" spc="-4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4</a:t>
            </a:r>
            <a:r>
              <a:rPr sz="1100" b="1" spc="2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–</a:t>
            </a:r>
            <a:r>
              <a:rPr sz="1100" b="1" spc="-25" dirty="0">
                <a:latin typeface="Cambria"/>
                <a:cs typeface="Cambri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Quality</a:t>
            </a:r>
            <a:r>
              <a:rPr sz="1100" b="1" spc="-80" dirty="0">
                <a:latin typeface="Cambria"/>
                <a:cs typeface="Cambri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Education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1063" y="5304434"/>
            <a:ext cx="3657600" cy="7823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50" b="1" spc="-10" dirty="0">
                <a:latin typeface="Cambria"/>
                <a:cs typeface="Cambria"/>
              </a:rPr>
              <a:t>Presented</a:t>
            </a:r>
            <a:r>
              <a:rPr sz="1650" b="1" spc="-85" dirty="0">
                <a:latin typeface="Cambria"/>
                <a:cs typeface="Cambria"/>
              </a:rPr>
              <a:t> </a:t>
            </a:r>
            <a:r>
              <a:rPr sz="1650" b="1" spc="-25" dirty="0">
                <a:latin typeface="Cambria"/>
                <a:cs typeface="Cambria"/>
              </a:rPr>
              <a:t>By:</a:t>
            </a:r>
            <a:endParaRPr sz="16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lang="en-IN" sz="1650" spc="-25" dirty="0" err="1">
                <a:latin typeface="Cambria"/>
                <a:cs typeface="Cambria"/>
              </a:rPr>
              <a:t>V</a:t>
            </a:r>
            <a:r>
              <a:rPr lang="en-IN" sz="1650" spc="-25" err="1">
                <a:latin typeface="Cambria"/>
                <a:cs typeface="Cambria"/>
              </a:rPr>
              <a:t>.</a:t>
            </a:r>
            <a:r>
              <a:rPr lang="en-IN" sz="1650" spc="-25">
                <a:latin typeface="Cambria"/>
                <a:cs typeface="Cambria"/>
              </a:rPr>
              <a:t>Mounika</a:t>
            </a:r>
            <a:r>
              <a:rPr sz="1650" spc="-8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-7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VTU2</a:t>
            </a:r>
            <a:r>
              <a:rPr lang="en-IN" sz="1650" dirty="0">
                <a:latin typeface="Cambria"/>
                <a:cs typeface="Cambria"/>
              </a:rPr>
              <a:t>5894</a:t>
            </a:r>
            <a:r>
              <a:rPr sz="1650" spc="-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-5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23UECS</a:t>
            </a:r>
            <a:r>
              <a:rPr lang="en-IN" sz="1650" spc="-10" dirty="0">
                <a:latin typeface="Cambria"/>
                <a:cs typeface="Cambria"/>
              </a:rPr>
              <a:t>0589</a:t>
            </a:r>
            <a:endParaRPr sz="165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0070" y="5315102"/>
            <a:ext cx="3813810" cy="7823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50" b="1" dirty="0">
                <a:latin typeface="Cambria"/>
                <a:cs typeface="Cambria"/>
              </a:rPr>
              <a:t>Courses</a:t>
            </a:r>
            <a:r>
              <a:rPr sz="1650" b="1" spc="-30" dirty="0">
                <a:latin typeface="Cambria"/>
                <a:cs typeface="Cambria"/>
              </a:rPr>
              <a:t> </a:t>
            </a:r>
            <a:r>
              <a:rPr sz="1650" b="1" spc="-20" dirty="0">
                <a:latin typeface="Cambria"/>
                <a:cs typeface="Cambria"/>
              </a:rPr>
              <a:t>Handling</a:t>
            </a:r>
            <a:r>
              <a:rPr sz="1650" b="1" spc="-114" dirty="0">
                <a:latin typeface="Cambria"/>
                <a:cs typeface="Cambria"/>
              </a:rPr>
              <a:t> </a:t>
            </a:r>
            <a:r>
              <a:rPr sz="1650" b="1" spc="-10" dirty="0">
                <a:latin typeface="Cambria"/>
                <a:cs typeface="Cambria"/>
              </a:rPr>
              <a:t>Faculty: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50" spc="-35" dirty="0">
                <a:latin typeface="Cambria"/>
                <a:cs typeface="Cambria"/>
              </a:rPr>
              <a:t>Dr.</a:t>
            </a:r>
            <a:r>
              <a:rPr sz="1650" spc="-105" dirty="0">
                <a:latin typeface="Cambria"/>
                <a:cs typeface="Cambria"/>
              </a:rPr>
              <a:t> </a:t>
            </a:r>
            <a:r>
              <a:rPr sz="1650" spc="-25" dirty="0">
                <a:latin typeface="Cambria"/>
                <a:cs typeface="Cambria"/>
              </a:rPr>
              <a:t>Hafizur</a:t>
            </a:r>
            <a:r>
              <a:rPr sz="1650" spc="-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Rahman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-25" dirty="0">
                <a:latin typeface="Cambria"/>
                <a:cs typeface="Cambria"/>
              </a:rPr>
              <a:t> </a:t>
            </a:r>
            <a:r>
              <a:rPr sz="1650" spc="-35" dirty="0">
                <a:latin typeface="Cambria"/>
                <a:cs typeface="Cambria"/>
              </a:rPr>
              <a:t>Associative</a:t>
            </a:r>
            <a:r>
              <a:rPr sz="1650" spc="-140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professor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1432"/>
            <a:ext cx="527303" cy="14325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90143" y="2130551"/>
            <a:ext cx="545465" cy="548640"/>
          </a:xfrm>
          <a:custGeom>
            <a:avLst/>
            <a:gdLst/>
            <a:ahLst/>
            <a:cxnLst/>
            <a:rect l="l" t="t" r="r" b="b"/>
            <a:pathLst>
              <a:path w="545465" h="548639">
                <a:moveTo>
                  <a:pt x="272542" y="0"/>
                </a:moveTo>
                <a:lnTo>
                  <a:pt x="223494" y="4445"/>
                </a:lnTo>
                <a:lnTo>
                  <a:pt x="177355" y="17145"/>
                </a:lnTo>
                <a:lnTo>
                  <a:pt x="134886" y="37337"/>
                </a:lnTo>
                <a:lnTo>
                  <a:pt x="96862" y="64388"/>
                </a:lnTo>
                <a:lnTo>
                  <a:pt x="64033" y="97409"/>
                </a:lnTo>
                <a:lnTo>
                  <a:pt x="37160" y="135636"/>
                </a:lnTo>
                <a:lnTo>
                  <a:pt x="17030" y="178308"/>
                </a:lnTo>
                <a:lnTo>
                  <a:pt x="4381" y="224789"/>
                </a:lnTo>
                <a:lnTo>
                  <a:pt x="0" y="274065"/>
                </a:lnTo>
                <a:lnTo>
                  <a:pt x="4381" y="323342"/>
                </a:lnTo>
                <a:lnTo>
                  <a:pt x="17030" y="369824"/>
                </a:lnTo>
                <a:lnTo>
                  <a:pt x="37160" y="412496"/>
                </a:lnTo>
                <a:lnTo>
                  <a:pt x="64033" y="450723"/>
                </a:lnTo>
                <a:lnTo>
                  <a:pt x="96862" y="483743"/>
                </a:lnTo>
                <a:lnTo>
                  <a:pt x="134886" y="510794"/>
                </a:lnTo>
                <a:lnTo>
                  <a:pt x="177355" y="530987"/>
                </a:lnTo>
                <a:lnTo>
                  <a:pt x="223494" y="543687"/>
                </a:lnTo>
                <a:lnTo>
                  <a:pt x="272542" y="548132"/>
                </a:lnTo>
                <a:lnTo>
                  <a:pt x="321589" y="543687"/>
                </a:lnTo>
                <a:lnTo>
                  <a:pt x="367728" y="530987"/>
                </a:lnTo>
                <a:lnTo>
                  <a:pt x="410197" y="510794"/>
                </a:lnTo>
                <a:lnTo>
                  <a:pt x="448221" y="483743"/>
                </a:lnTo>
                <a:lnTo>
                  <a:pt x="481050" y="450723"/>
                </a:lnTo>
                <a:lnTo>
                  <a:pt x="507923" y="412496"/>
                </a:lnTo>
                <a:lnTo>
                  <a:pt x="528053" y="369824"/>
                </a:lnTo>
                <a:lnTo>
                  <a:pt x="540702" y="323342"/>
                </a:lnTo>
                <a:lnTo>
                  <a:pt x="545084" y="274065"/>
                </a:lnTo>
                <a:lnTo>
                  <a:pt x="540702" y="224789"/>
                </a:lnTo>
                <a:lnTo>
                  <a:pt x="528053" y="178308"/>
                </a:lnTo>
                <a:lnTo>
                  <a:pt x="507923" y="135636"/>
                </a:lnTo>
                <a:lnTo>
                  <a:pt x="481050" y="97409"/>
                </a:lnTo>
                <a:lnTo>
                  <a:pt x="448221" y="64388"/>
                </a:lnTo>
                <a:lnTo>
                  <a:pt x="410197" y="37337"/>
                </a:lnTo>
                <a:lnTo>
                  <a:pt x="367728" y="17145"/>
                </a:lnTo>
                <a:lnTo>
                  <a:pt x="321589" y="4445"/>
                </a:lnTo>
                <a:lnTo>
                  <a:pt x="27254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6407" y="2267534"/>
            <a:ext cx="12573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FFFCFC"/>
                </a:solidFill>
                <a:latin typeface="Tahoma"/>
                <a:cs typeface="Tahoma"/>
              </a:rPr>
              <a:t>1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208" y="3505200"/>
            <a:ext cx="280035" cy="299085"/>
          </a:xfrm>
          <a:custGeom>
            <a:avLst/>
            <a:gdLst/>
            <a:ahLst/>
            <a:cxnLst/>
            <a:rect l="l" t="t" r="r" b="b"/>
            <a:pathLst>
              <a:path w="280034" h="299085">
                <a:moveTo>
                  <a:pt x="139192" y="0"/>
                </a:moveTo>
                <a:lnTo>
                  <a:pt x="95351" y="7620"/>
                </a:lnTo>
                <a:lnTo>
                  <a:pt x="57150" y="28828"/>
                </a:lnTo>
                <a:lnTo>
                  <a:pt x="26974" y="61213"/>
                </a:lnTo>
                <a:lnTo>
                  <a:pt x="7137" y="102488"/>
                </a:lnTo>
                <a:lnTo>
                  <a:pt x="0" y="149987"/>
                </a:lnTo>
                <a:lnTo>
                  <a:pt x="7137" y="196976"/>
                </a:lnTo>
                <a:lnTo>
                  <a:pt x="26974" y="237744"/>
                </a:lnTo>
                <a:lnTo>
                  <a:pt x="57150" y="269875"/>
                </a:lnTo>
                <a:lnTo>
                  <a:pt x="95351" y="290957"/>
                </a:lnTo>
                <a:lnTo>
                  <a:pt x="139192" y="298576"/>
                </a:lnTo>
                <a:lnTo>
                  <a:pt x="183781" y="290957"/>
                </a:lnTo>
                <a:lnTo>
                  <a:pt x="222415" y="269875"/>
                </a:lnTo>
                <a:lnTo>
                  <a:pt x="252844" y="237744"/>
                </a:lnTo>
                <a:lnTo>
                  <a:pt x="272757" y="196976"/>
                </a:lnTo>
                <a:lnTo>
                  <a:pt x="279908" y="149987"/>
                </a:lnTo>
                <a:lnTo>
                  <a:pt x="272757" y="102488"/>
                </a:lnTo>
                <a:lnTo>
                  <a:pt x="252844" y="61213"/>
                </a:lnTo>
                <a:lnTo>
                  <a:pt x="222415" y="28828"/>
                </a:lnTo>
                <a:lnTo>
                  <a:pt x="183781" y="7620"/>
                </a:lnTo>
                <a:lnTo>
                  <a:pt x="139192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0311" y="3569970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1208" y="2767583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39192" y="0"/>
                </a:moveTo>
                <a:lnTo>
                  <a:pt x="95351" y="7619"/>
                </a:lnTo>
                <a:lnTo>
                  <a:pt x="57150" y="28828"/>
                </a:lnTo>
                <a:lnTo>
                  <a:pt x="26974" y="61087"/>
                </a:lnTo>
                <a:lnTo>
                  <a:pt x="7137" y="102107"/>
                </a:lnTo>
                <a:lnTo>
                  <a:pt x="0" y="149225"/>
                </a:lnTo>
                <a:lnTo>
                  <a:pt x="7137" y="196214"/>
                </a:lnTo>
                <a:lnTo>
                  <a:pt x="26974" y="237108"/>
                </a:lnTo>
                <a:lnTo>
                  <a:pt x="57150" y="269493"/>
                </a:lnTo>
                <a:lnTo>
                  <a:pt x="95351" y="290702"/>
                </a:lnTo>
                <a:lnTo>
                  <a:pt x="139192" y="298323"/>
                </a:lnTo>
                <a:lnTo>
                  <a:pt x="183781" y="290702"/>
                </a:lnTo>
                <a:lnTo>
                  <a:pt x="222415" y="269493"/>
                </a:lnTo>
                <a:lnTo>
                  <a:pt x="252844" y="237108"/>
                </a:lnTo>
                <a:lnTo>
                  <a:pt x="272757" y="196214"/>
                </a:lnTo>
                <a:lnTo>
                  <a:pt x="279908" y="149225"/>
                </a:lnTo>
                <a:lnTo>
                  <a:pt x="272757" y="102107"/>
                </a:lnTo>
                <a:lnTo>
                  <a:pt x="252844" y="61087"/>
                </a:lnTo>
                <a:lnTo>
                  <a:pt x="222415" y="28828"/>
                </a:lnTo>
                <a:lnTo>
                  <a:pt x="183781" y="7619"/>
                </a:lnTo>
                <a:lnTo>
                  <a:pt x="139192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3359" y="2833497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1208" y="3874008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39192" y="0"/>
                </a:moveTo>
                <a:lnTo>
                  <a:pt x="95351" y="7619"/>
                </a:lnTo>
                <a:lnTo>
                  <a:pt x="57150" y="28828"/>
                </a:lnTo>
                <a:lnTo>
                  <a:pt x="26974" y="61087"/>
                </a:lnTo>
                <a:lnTo>
                  <a:pt x="7137" y="102107"/>
                </a:lnTo>
                <a:lnTo>
                  <a:pt x="0" y="149097"/>
                </a:lnTo>
                <a:lnTo>
                  <a:pt x="7137" y="196214"/>
                </a:lnTo>
                <a:lnTo>
                  <a:pt x="26974" y="237108"/>
                </a:lnTo>
                <a:lnTo>
                  <a:pt x="57150" y="269493"/>
                </a:lnTo>
                <a:lnTo>
                  <a:pt x="95351" y="290702"/>
                </a:lnTo>
                <a:lnTo>
                  <a:pt x="139192" y="298322"/>
                </a:lnTo>
                <a:lnTo>
                  <a:pt x="183781" y="290702"/>
                </a:lnTo>
                <a:lnTo>
                  <a:pt x="222415" y="269493"/>
                </a:lnTo>
                <a:lnTo>
                  <a:pt x="252844" y="237108"/>
                </a:lnTo>
                <a:lnTo>
                  <a:pt x="272757" y="196214"/>
                </a:lnTo>
                <a:lnTo>
                  <a:pt x="279908" y="149097"/>
                </a:lnTo>
                <a:lnTo>
                  <a:pt x="272757" y="102107"/>
                </a:lnTo>
                <a:lnTo>
                  <a:pt x="252844" y="61087"/>
                </a:lnTo>
                <a:lnTo>
                  <a:pt x="222415" y="28828"/>
                </a:lnTo>
                <a:lnTo>
                  <a:pt x="183781" y="7619"/>
                </a:lnTo>
                <a:lnTo>
                  <a:pt x="139192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3359" y="3937508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1208" y="3133344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39192" y="0"/>
                </a:moveTo>
                <a:lnTo>
                  <a:pt x="95351" y="7619"/>
                </a:lnTo>
                <a:lnTo>
                  <a:pt x="57150" y="29082"/>
                </a:lnTo>
                <a:lnTo>
                  <a:pt x="26974" y="61848"/>
                </a:lnTo>
                <a:lnTo>
                  <a:pt x="7137" y="103504"/>
                </a:lnTo>
                <a:lnTo>
                  <a:pt x="0" y="151637"/>
                </a:lnTo>
                <a:lnTo>
                  <a:pt x="7137" y="198881"/>
                </a:lnTo>
                <a:lnTo>
                  <a:pt x="26974" y="240156"/>
                </a:lnTo>
                <a:lnTo>
                  <a:pt x="57150" y="272668"/>
                </a:lnTo>
                <a:lnTo>
                  <a:pt x="95351" y="294004"/>
                </a:lnTo>
                <a:lnTo>
                  <a:pt x="139192" y="301625"/>
                </a:lnTo>
                <a:lnTo>
                  <a:pt x="183781" y="294004"/>
                </a:lnTo>
                <a:lnTo>
                  <a:pt x="222415" y="272668"/>
                </a:lnTo>
                <a:lnTo>
                  <a:pt x="252844" y="240156"/>
                </a:lnTo>
                <a:lnTo>
                  <a:pt x="272757" y="198881"/>
                </a:lnTo>
                <a:lnTo>
                  <a:pt x="279908" y="151637"/>
                </a:lnTo>
                <a:lnTo>
                  <a:pt x="272757" y="103504"/>
                </a:lnTo>
                <a:lnTo>
                  <a:pt x="252844" y="61848"/>
                </a:lnTo>
                <a:lnTo>
                  <a:pt x="222415" y="29082"/>
                </a:lnTo>
                <a:lnTo>
                  <a:pt x="183781" y="7619"/>
                </a:lnTo>
                <a:lnTo>
                  <a:pt x="139192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3359" y="3201161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1208" y="4608576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39192" y="0"/>
                </a:moveTo>
                <a:lnTo>
                  <a:pt x="95351" y="7619"/>
                </a:lnTo>
                <a:lnTo>
                  <a:pt x="57150" y="28956"/>
                </a:lnTo>
                <a:lnTo>
                  <a:pt x="26974" y="61468"/>
                </a:lnTo>
                <a:lnTo>
                  <a:pt x="7137" y="102743"/>
                </a:lnTo>
                <a:lnTo>
                  <a:pt x="0" y="149987"/>
                </a:lnTo>
                <a:lnTo>
                  <a:pt x="7137" y="198119"/>
                </a:lnTo>
                <a:lnTo>
                  <a:pt x="26974" y="239775"/>
                </a:lnTo>
                <a:lnTo>
                  <a:pt x="57150" y="272542"/>
                </a:lnTo>
                <a:lnTo>
                  <a:pt x="95351" y="294005"/>
                </a:lnTo>
                <a:lnTo>
                  <a:pt x="139192" y="301625"/>
                </a:lnTo>
                <a:lnTo>
                  <a:pt x="183781" y="294005"/>
                </a:lnTo>
                <a:lnTo>
                  <a:pt x="222415" y="272542"/>
                </a:lnTo>
                <a:lnTo>
                  <a:pt x="252844" y="239775"/>
                </a:lnTo>
                <a:lnTo>
                  <a:pt x="272757" y="198119"/>
                </a:lnTo>
                <a:lnTo>
                  <a:pt x="279908" y="149987"/>
                </a:lnTo>
                <a:lnTo>
                  <a:pt x="272757" y="102743"/>
                </a:lnTo>
                <a:lnTo>
                  <a:pt x="252844" y="61468"/>
                </a:lnTo>
                <a:lnTo>
                  <a:pt x="222415" y="28956"/>
                </a:lnTo>
                <a:lnTo>
                  <a:pt x="183781" y="7619"/>
                </a:lnTo>
                <a:lnTo>
                  <a:pt x="139192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4883" y="4674819"/>
            <a:ext cx="8890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1208" y="4239767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39192" y="0"/>
                </a:moveTo>
                <a:lnTo>
                  <a:pt x="95351" y="7620"/>
                </a:lnTo>
                <a:lnTo>
                  <a:pt x="57150" y="28829"/>
                </a:lnTo>
                <a:lnTo>
                  <a:pt x="26974" y="61087"/>
                </a:lnTo>
                <a:lnTo>
                  <a:pt x="7137" y="102108"/>
                </a:lnTo>
                <a:lnTo>
                  <a:pt x="0" y="149098"/>
                </a:lnTo>
                <a:lnTo>
                  <a:pt x="7137" y="196850"/>
                </a:lnTo>
                <a:lnTo>
                  <a:pt x="26974" y="237871"/>
                </a:lnTo>
                <a:lnTo>
                  <a:pt x="57150" y="269875"/>
                </a:lnTo>
                <a:lnTo>
                  <a:pt x="95351" y="290830"/>
                </a:lnTo>
                <a:lnTo>
                  <a:pt x="139192" y="298323"/>
                </a:lnTo>
                <a:lnTo>
                  <a:pt x="183781" y="290830"/>
                </a:lnTo>
                <a:lnTo>
                  <a:pt x="222415" y="269875"/>
                </a:lnTo>
                <a:lnTo>
                  <a:pt x="252844" y="237871"/>
                </a:lnTo>
                <a:lnTo>
                  <a:pt x="272757" y="196850"/>
                </a:lnTo>
                <a:lnTo>
                  <a:pt x="279908" y="149098"/>
                </a:lnTo>
                <a:lnTo>
                  <a:pt x="272757" y="102108"/>
                </a:lnTo>
                <a:lnTo>
                  <a:pt x="252844" y="61087"/>
                </a:lnTo>
                <a:lnTo>
                  <a:pt x="222415" y="28829"/>
                </a:lnTo>
                <a:lnTo>
                  <a:pt x="183781" y="7620"/>
                </a:lnTo>
                <a:lnTo>
                  <a:pt x="139192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1835" y="4306316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1208" y="4977384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39192" y="0"/>
                </a:moveTo>
                <a:lnTo>
                  <a:pt x="95351" y="7620"/>
                </a:lnTo>
                <a:lnTo>
                  <a:pt x="57150" y="28829"/>
                </a:lnTo>
                <a:lnTo>
                  <a:pt x="26974" y="61087"/>
                </a:lnTo>
                <a:lnTo>
                  <a:pt x="7137" y="102108"/>
                </a:lnTo>
                <a:lnTo>
                  <a:pt x="0" y="149225"/>
                </a:lnTo>
                <a:lnTo>
                  <a:pt x="7137" y="196850"/>
                </a:lnTo>
                <a:lnTo>
                  <a:pt x="26974" y="237871"/>
                </a:lnTo>
                <a:lnTo>
                  <a:pt x="57150" y="269875"/>
                </a:lnTo>
                <a:lnTo>
                  <a:pt x="95351" y="290830"/>
                </a:lnTo>
                <a:lnTo>
                  <a:pt x="139192" y="298323"/>
                </a:lnTo>
                <a:lnTo>
                  <a:pt x="183781" y="290830"/>
                </a:lnTo>
                <a:lnTo>
                  <a:pt x="222415" y="269875"/>
                </a:lnTo>
                <a:lnTo>
                  <a:pt x="252844" y="237871"/>
                </a:lnTo>
                <a:lnTo>
                  <a:pt x="272757" y="196850"/>
                </a:lnTo>
                <a:lnTo>
                  <a:pt x="279908" y="149225"/>
                </a:lnTo>
                <a:lnTo>
                  <a:pt x="272757" y="102108"/>
                </a:lnTo>
                <a:lnTo>
                  <a:pt x="252844" y="61087"/>
                </a:lnTo>
                <a:lnTo>
                  <a:pt x="222415" y="28829"/>
                </a:lnTo>
                <a:lnTo>
                  <a:pt x="183781" y="7620"/>
                </a:lnTo>
                <a:lnTo>
                  <a:pt x="139192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1835" y="5042661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1208" y="5343144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39192" y="0"/>
                </a:moveTo>
                <a:lnTo>
                  <a:pt x="95351" y="7619"/>
                </a:lnTo>
                <a:lnTo>
                  <a:pt x="57150" y="28828"/>
                </a:lnTo>
                <a:lnTo>
                  <a:pt x="26974" y="61086"/>
                </a:lnTo>
                <a:lnTo>
                  <a:pt x="7137" y="102107"/>
                </a:lnTo>
                <a:lnTo>
                  <a:pt x="0" y="149097"/>
                </a:lnTo>
                <a:lnTo>
                  <a:pt x="7137" y="196214"/>
                </a:lnTo>
                <a:lnTo>
                  <a:pt x="26974" y="237108"/>
                </a:lnTo>
                <a:lnTo>
                  <a:pt x="57150" y="269493"/>
                </a:lnTo>
                <a:lnTo>
                  <a:pt x="95351" y="290702"/>
                </a:lnTo>
                <a:lnTo>
                  <a:pt x="139192" y="298322"/>
                </a:lnTo>
                <a:lnTo>
                  <a:pt x="183781" y="290702"/>
                </a:lnTo>
                <a:lnTo>
                  <a:pt x="222415" y="269493"/>
                </a:lnTo>
                <a:lnTo>
                  <a:pt x="252844" y="237108"/>
                </a:lnTo>
                <a:lnTo>
                  <a:pt x="272757" y="196214"/>
                </a:lnTo>
                <a:lnTo>
                  <a:pt x="279908" y="149097"/>
                </a:lnTo>
                <a:lnTo>
                  <a:pt x="272757" y="102107"/>
                </a:lnTo>
                <a:lnTo>
                  <a:pt x="252844" y="61086"/>
                </a:lnTo>
                <a:lnTo>
                  <a:pt x="222415" y="28828"/>
                </a:lnTo>
                <a:lnTo>
                  <a:pt x="183781" y="7619"/>
                </a:lnTo>
                <a:lnTo>
                  <a:pt x="139192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1835" y="5410327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9260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57732" y="2205609"/>
            <a:ext cx="7080884" cy="713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Background</a:t>
            </a:r>
            <a:r>
              <a:rPr sz="1500" b="1" spc="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500" b="1" spc="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500" b="1" spc="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problem: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Manual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management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certificate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time-</a:t>
            </a:r>
            <a:r>
              <a:rPr sz="1500" dirty="0">
                <a:latin typeface="Calibri"/>
                <a:cs typeface="Calibri"/>
              </a:rPr>
              <a:t>consuming,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error-</a:t>
            </a:r>
            <a:r>
              <a:rPr sz="1500" dirty="0">
                <a:latin typeface="Calibri"/>
                <a:cs typeface="Calibri"/>
              </a:rPr>
              <a:t>prone,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and </a:t>
            </a:r>
            <a:r>
              <a:rPr sz="1500" dirty="0">
                <a:latin typeface="Calibri"/>
                <a:cs typeface="Calibri"/>
              </a:rPr>
              <a:t>difficult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scale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modern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digital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learning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environments.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9924" y="3144773"/>
            <a:ext cx="7222490" cy="716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789"/>
              </a:lnSpc>
              <a:spcBef>
                <a:spcPts val="110"/>
              </a:spcBef>
            </a:pP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Why</a:t>
            </a:r>
            <a:r>
              <a:rPr sz="1500" b="1" spc="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this</a:t>
            </a:r>
            <a:r>
              <a:rPr sz="1500" b="1" spc="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project</a:t>
            </a:r>
            <a:r>
              <a:rPr sz="1500" b="1" spc="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1500" b="1" spc="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important: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789"/>
              </a:lnSpc>
            </a:pPr>
            <a:r>
              <a:rPr sz="1500" dirty="0">
                <a:latin typeface="Calibri"/>
                <a:cs typeface="Calibri"/>
              </a:rPr>
              <a:t>This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project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important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because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automates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time-</a:t>
            </a:r>
            <a:r>
              <a:rPr sz="1500" dirty="0">
                <a:latin typeface="Calibri"/>
                <a:cs typeface="Calibri"/>
              </a:rPr>
              <a:t>consuming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tasks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like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evaluation</a:t>
            </a:r>
            <a:r>
              <a:rPr sz="1500" spc="-25" dirty="0">
                <a:latin typeface="Calibri"/>
                <a:cs typeface="Calibri"/>
              </a:rPr>
              <a:t> and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500" dirty="0">
                <a:latin typeface="Calibri"/>
                <a:cs typeface="Calibri"/>
              </a:rPr>
              <a:t>certificate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generation,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saving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effort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reducing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errors.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69924" y="4083811"/>
            <a:ext cx="6971030" cy="14204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Real-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world</a:t>
            </a:r>
            <a:r>
              <a:rPr sz="1500" b="1" spc="8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relevance: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800"/>
              </a:lnSpc>
            </a:pPr>
            <a:r>
              <a:rPr sz="1500" dirty="0">
                <a:latin typeface="Calibri"/>
                <a:cs typeface="Calibri"/>
              </a:rPr>
              <a:t>This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system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widely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applicable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e-learning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platforms,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schools,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corporate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training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920"/>
              </a:lnSpc>
            </a:pPr>
            <a:r>
              <a:rPr sz="1500" dirty="0">
                <a:latin typeface="Calibri"/>
                <a:cs typeface="Calibri"/>
              </a:rPr>
              <a:t>programs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where</a:t>
            </a:r>
            <a:r>
              <a:rPr sz="1500" spc="-10" dirty="0">
                <a:latin typeface="Calibri"/>
                <a:cs typeface="Calibri"/>
              </a:rPr>
              <a:t> large-</a:t>
            </a:r>
            <a:r>
              <a:rPr sz="1500" dirty="0">
                <a:latin typeface="Calibri"/>
                <a:cs typeface="Calibri"/>
              </a:rPr>
              <a:t>scale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assessments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required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789"/>
              </a:lnSpc>
              <a:spcBef>
                <a:spcPts val="30"/>
              </a:spcBef>
            </a:pP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Brief</a:t>
            </a:r>
            <a:r>
              <a:rPr sz="1500" b="1" spc="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overview</a:t>
            </a:r>
            <a:r>
              <a:rPr sz="1500" b="1" spc="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1500" b="1" spc="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1500" b="1" spc="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system: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789"/>
              </a:lnSpc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system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conducts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automated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quizzes,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evaluates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responses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instantly,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stores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results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500" spc="-10" dirty="0">
                <a:latin typeface="Calibri"/>
                <a:cs typeface="Calibri"/>
              </a:rPr>
              <a:t>efficiently.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1432"/>
            <a:ext cx="527303" cy="14325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90143" y="2514600"/>
            <a:ext cx="548640" cy="545465"/>
          </a:xfrm>
          <a:custGeom>
            <a:avLst/>
            <a:gdLst/>
            <a:ahLst/>
            <a:cxnLst/>
            <a:rect l="l" t="t" r="r" b="b"/>
            <a:pathLst>
              <a:path w="548640" h="545464">
                <a:moveTo>
                  <a:pt x="274955" y="0"/>
                </a:moveTo>
                <a:lnTo>
                  <a:pt x="225691" y="4445"/>
                </a:lnTo>
                <a:lnTo>
                  <a:pt x="179273" y="17017"/>
                </a:lnTo>
                <a:lnTo>
                  <a:pt x="136461" y="37211"/>
                </a:lnTo>
                <a:lnTo>
                  <a:pt x="98069" y="64008"/>
                </a:lnTo>
                <a:lnTo>
                  <a:pt x="64871" y="96900"/>
                </a:lnTo>
                <a:lnTo>
                  <a:pt x="37680" y="134874"/>
                </a:lnTo>
                <a:lnTo>
                  <a:pt x="17271" y="177419"/>
                </a:lnTo>
                <a:lnTo>
                  <a:pt x="4445" y="223520"/>
                </a:lnTo>
                <a:lnTo>
                  <a:pt x="0" y="272541"/>
                </a:lnTo>
                <a:lnTo>
                  <a:pt x="4445" y="321563"/>
                </a:lnTo>
                <a:lnTo>
                  <a:pt x="17271" y="367664"/>
                </a:lnTo>
                <a:lnTo>
                  <a:pt x="37680" y="410210"/>
                </a:lnTo>
                <a:lnTo>
                  <a:pt x="64871" y="448183"/>
                </a:lnTo>
                <a:lnTo>
                  <a:pt x="98069" y="481075"/>
                </a:lnTo>
                <a:lnTo>
                  <a:pt x="136461" y="507873"/>
                </a:lnTo>
                <a:lnTo>
                  <a:pt x="179273" y="528065"/>
                </a:lnTo>
                <a:lnTo>
                  <a:pt x="225691" y="540638"/>
                </a:lnTo>
                <a:lnTo>
                  <a:pt x="274955" y="545084"/>
                </a:lnTo>
                <a:lnTo>
                  <a:pt x="323761" y="540638"/>
                </a:lnTo>
                <a:lnTo>
                  <a:pt x="369836" y="528065"/>
                </a:lnTo>
                <a:lnTo>
                  <a:pt x="412381" y="507873"/>
                </a:lnTo>
                <a:lnTo>
                  <a:pt x="450583" y="481075"/>
                </a:lnTo>
                <a:lnTo>
                  <a:pt x="483641" y="448183"/>
                </a:lnTo>
                <a:lnTo>
                  <a:pt x="510768" y="410210"/>
                </a:lnTo>
                <a:lnTo>
                  <a:pt x="531126" y="367664"/>
                </a:lnTo>
                <a:lnTo>
                  <a:pt x="543941" y="321563"/>
                </a:lnTo>
                <a:lnTo>
                  <a:pt x="548386" y="272541"/>
                </a:lnTo>
                <a:lnTo>
                  <a:pt x="543941" y="223520"/>
                </a:lnTo>
                <a:lnTo>
                  <a:pt x="531126" y="177419"/>
                </a:lnTo>
                <a:lnTo>
                  <a:pt x="510768" y="134874"/>
                </a:lnTo>
                <a:lnTo>
                  <a:pt x="483641" y="96900"/>
                </a:lnTo>
                <a:lnTo>
                  <a:pt x="450583" y="64008"/>
                </a:lnTo>
                <a:lnTo>
                  <a:pt x="412381" y="37211"/>
                </a:lnTo>
                <a:lnTo>
                  <a:pt x="369836" y="17017"/>
                </a:lnTo>
                <a:lnTo>
                  <a:pt x="323761" y="4445"/>
                </a:lnTo>
                <a:lnTo>
                  <a:pt x="27495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5071" y="2650312"/>
            <a:ext cx="12573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FFFCFC"/>
                </a:solidFill>
                <a:latin typeface="Tahoma"/>
                <a:cs typeface="Tahoma"/>
              </a:rPr>
              <a:t>2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4255" y="3496055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9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5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3"/>
                </a:lnTo>
                <a:lnTo>
                  <a:pt x="140715" y="298323"/>
                </a:lnTo>
                <a:lnTo>
                  <a:pt x="184556" y="290703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5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9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1835" y="3559302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255" y="2148839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9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225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225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9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0123" y="221475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4255" y="3858767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747"/>
                </a:lnTo>
                <a:lnTo>
                  <a:pt x="57480" y="29083"/>
                </a:lnTo>
                <a:lnTo>
                  <a:pt x="27063" y="61722"/>
                </a:lnTo>
                <a:lnTo>
                  <a:pt x="7150" y="103124"/>
                </a:lnTo>
                <a:lnTo>
                  <a:pt x="0" y="150622"/>
                </a:lnTo>
                <a:lnTo>
                  <a:pt x="7150" y="198247"/>
                </a:lnTo>
                <a:lnTo>
                  <a:pt x="27063" y="239649"/>
                </a:lnTo>
                <a:lnTo>
                  <a:pt x="57480" y="272288"/>
                </a:lnTo>
                <a:lnTo>
                  <a:pt x="96126" y="293624"/>
                </a:lnTo>
                <a:lnTo>
                  <a:pt x="140715" y="301371"/>
                </a:lnTo>
                <a:lnTo>
                  <a:pt x="184556" y="293624"/>
                </a:lnTo>
                <a:lnTo>
                  <a:pt x="222745" y="272288"/>
                </a:lnTo>
                <a:lnTo>
                  <a:pt x="252933" y="239649"/>
                </a:lnTo>
                <a:lnTo>
                  <a:pt x="272770" y="198247"/>
                </a:lnTo>
                <a:lnTo>
                  <a:pt x="279908" y="150622"/>
                </a:lnTo>
                <a:lnTo>
                  <a:pt x="272770" y="103124"/>
                </a:lnTo>
                <a:lnTo>
                  <a:pt x="252933" y="61722"/>
                </a:lnTo>
                <a:lnTo>
                  <a:pt x="222745" y="29083"/>
                </a:lnTo>
                <a:lnTo>
                  <a:pt x="184556" y="7747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4883" y="3926280"/>
            <a:ext cx="8890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4255" y="3127248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19"/>
                </a:lnTo>
                <a:lnTo>
                  <a:pt x="57480" y="28955"/>
                </a:lnTo>
                <a:lnTo>
                  <a:pt x="27063" y="61467"/>
                </a:lnTo>
                <a:lnTo>
                  <a:pt x="7150" y="102742"/>
                </a:lnTo>
                <a:lnTo>
                  <a:pt x="0" y="149987"/>
                </a:lnTo>
                <a:lnTo>
                  <a:pt x="7150" y="198119"/>
                </a:lnTo>
                <a:lnTo>
                  <a:pt x="27063" y="239775"/>
                </a:lnTo>
                <a:lnTo>
                  <a:pt x="57480" y="272541"/>
                </a:lnTo>
                <a:lnTo>
                  <a:pt x="96126" y="294004"/>
                </a:lnTo>
                <a:lnTo>
                  <a:pt x="140715" y="301625"/>
                </a:lnTo>
                <a:lnTo>
                  <a:pt x="184556" y="294004"/>
                </a:lnTo>
                <a:lnTo>
                  <a:pt x="222745" y="272541"/>
                </a:lnTo>
                <a:lnTo>
                  <a:pt x="252933" y="239775"/>
                </a:lnTo>
                <a:lnTo>
                  <a:pt x="272770" y="198119"/>
                </a:lnTo>
                <a:lnTo>
                  <a:pt x="279908" y="149987"/>
                </a:lnTo>
                <a:lnTo>
                  <a:pt x="272770" y="102742"/>
                </a:lnTo>
                <a:lnTo>
                  <a:pt x="252933" y="61467"/>
                </a:lnTo>
                <a:lnTo>
                  <a:pt x="222745" y="28955"/>
                </a:lnTo>
                <a:lnTo>
                  <a:pt x="184556" y="7619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4883" y="3193541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4255" y="4590288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19"/>
                </a:lnTo>
                <a:lnTo>
                  <a:pt x="57480" y="29082"/>
                </a:lnTo>
                <a:lnTo>
                  <a:pt x="27063" y="61849"/>
                </a:lnTo>
                <a:lnTo>
                  <a:pt x="7150" y="103505"/>
                </a:lnTo>
                <a:lnTo>
                  <a:pt x="0" y="151637"/>
                </a:lnTo>
                <a:lnTo>
                  <a:pt x="7150" y="198881"/>
                </a:lnTo>
                <a:lnTo>
                  <a:pt x="27063" y="240156"/>
                </a:lnTo>
                <a:lnTo>
                  <a:pt x="57480" y="272669"/>
                </a:lnTo>
                <a:lnTo>
                  <a:pt x="96126" y="294005"/>
                </a:lnTo>
                <a:lnTo>
                  <a:pt x="140715" y="301625"/>
                </a:lnTo>
                <a:lnTo>
                  <a:pt x="184556" y="294005"/>
                </a:lnTo>
                <a:lnTo>
                  <a:pt x="222745" y="272669"/>
                </a:lnTo>
                <a:lnTo>
                  <a:pt x="252933" y="240156"/>
                </a:lnTo>
                <a:lnTo>
                  <a:pt x="272770" y="198881"/>
                </a:lnTo>
                <a:lnTo>
                  <a:pt x="279908" y="151637"/>
                </a:lnTo>
                <a:lnTo>
                  <a:pt x="272770" y="103505"/>
                </a:lnTo>
                <a:lnTo>
                  <a:pt x="252933" y="61849"/>
                </a:lnTo>
                <a:lnTo>
                  <a:pt x="222745" y="29082"/>
                </a:lnTo>
                <a:lnTo>
                  <a:pt x="184556" y="7619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4255" y="4227576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8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8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3359" y="4292600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4255" y="4959096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19"/>
                </a:lnTo>
                <a:lnTo>
                  <a:pt x="57480" y="28955"/>
                </a:lnTo>
                <a:lnTo>
                  <a:pt x="27063" y="61467"/>
                </a:lnTo>
                <a:lnTo>
                  <a:pt x="7150" y="102742"/>
                </a:lnTo>
                <a:lnTo>
                  <a:pt x="0" y="149986"/>
                </a:lnTo>
                <a:lnTo>
                  <a:pt x="7150" y="198119"/>
                </a:lnTo>
                <a:lnTo>
                  <a:pt x="27063" y="239775"/>
                </a:lnTo>
                <a:lnTo>
                  <a:pt x="57480" y="272541"/>
                </a:lnTo>
                <a:lnTo>
                  <a:pt x="96126" y="294004"/>
                </a:lnTo>
                <a:lnTo>
                  <a:pt x="140715" y="301624"/>
                </a:lnTo>
                <a:lnTo>
                  <a:pt x="184556" y="294004"/>
                </a:lnTo>
                <a:lnTo>
                  <a:pt x="222745" y="272541"/>
                </a:lnTo>
                <a:lnTo>
                  <a:pt x="252933" y="239775"/>
                </a:lnTo>
                <a:lnTo>
                  <a:pt x="272770" y="198119"/>
                </a:lnTo>
                <a:lnTo>
                  <a:pt x="279908" y="149986"/>
                </a:lnTo>
                <a:lnTo>
                  <a:pt x="272770" y="102742"/>
                </a:lnTo>
                <a:lnTo>
                  <a:pt x="252933" y="61467"/>
                </a:lnTo>
                <a:lnTo>
                  <a:pt x="222745" y="28955"/>
                </a:lnTo>
                <a:lnTo>
                  <a:pt x="184556" y="7619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4255" y="5324855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20"/>
                </a:lnTo>
                <a:lnTo>
                  <a:pt x="57480" y="28956"/>
                </a:lnTo>
                <a:lnTo>
                  <a:pt x="27063" y="61468"/>
                </a:lnTo>
                <a:lnTo>
                  <a:pt x="7150" y="102743"/>
                </a:lnTo>
                <a:lnTo>
                  <a:pt x="0" y="149987"/>
                </a:lnTo>
                <a:lnTo>
                  <a:pt x="7150" y="198120"/>
                </a:lnTo>
                <a:lnTo>
                  <a:pt x="27063" y="239776"/>
                </a:lnTo>
                <a:lnTo>
                  <a:pt x="57480" y="272542"/>
                </a:lnTo>
                <a:lnTo>
                  <a:pt x="96126" y="294005"/>
                </a:lnTo>
                <a:lnTo>
                  <a:pt x="140715" y="301625"/>
                </a:lnTo>
                <a:lnTo>
                  <a:pt x="184556" y="294005"/>
                </a:lnTo>
                <a:lnTo>
                  <a:pt x="222745" y="272542"/>
                </a:lnTo>
                <a:lnTo>
                  <a:pt x="252933" y="239776"/>
                </a:lnTo>
                <a:lnTo>
                  <a:pt x="272770" y="198120"/>
                </a:lnTo>
                <a:lnTo>
                  <a:pt x="279908" y="149987"/>
                </a:lnTo>
                <a:lnTo>
                  <a:pt x="272770" y="102743"/>
                </a:lnTo>
                <a:lnTo>
                  <a:pt x="252933" y="61468"/>
                </a:lnTo>
                <a:lnTo>
                  <a:pt x="222745" y="28956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3359" y="4658055"/>
            <a:ext cx="92075" cy="9004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55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PROBLEM</a:t>
            </a:r>
            <a:r>
              <a:rPr spc="-110" dirty="0"/>
              <a:t> </a:t>
            </a:r>
            <a:r>
              <a:rPr spc="-20" dirty="0"/>
              <a:t>STATEMENT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59560" y="2005660"/>
            <a:ext cx="8125459" cy="2564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95"/>
              </a:spcBef>
            </a:pPr>
            <a:r>
              <a:rPr sz="1500" dirty="0">
                <a:latin typeface="Calibri"/>
                <a:cs typeface="Calibri"/>
              </a:rPr>
              <a:t>In</a:t>
            </a:r>
            <a:r>
              <a:rPr sz="1500" spc="2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today’s</a:t>
            </a:r>
            <a:r>
              <a:rPr sz="1500" spc="29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fast-</a:t>
            </a:r>
            <a:r>
              <a:rPr sz="1500" dirty="0">
                <a:latin typeface="Calibri"/>
                <a:cs typeface="Calibri"/>
              </a:rPr>
              <a:t>paced</a:t>
            </a:r>
            <a:r>
              <a:rPr sz="1500" spc="2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digital</a:t>
            </a:r>
            <a:r>
              <a:rPr sz="1500" spc="2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world,</a:t>
            </a:r>
            <a:r>
              <a:rPr sz="1500" spc="2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education</a:t>
            </a:r>
            <a:r>
              <a:rPr sz="1500" spc="2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2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training</a:t>
            </a:r>
            <a:r>
              <a:rPr sz="1500" spc="2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institutions</a:t>
            </a:r>
            <a:r>
              <a:rPr sz="1500" spc="2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face</a:t>
            </a:r>
            <a:r>
              <a:rPr sz="1500" spc="2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significant</a:t>
            </a:r>
            <a:r>
              <a:rPr sz="1500" spc="2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challenges</a:t>
            </a:r>
            <a:r>
              <a:rPr sz="1500" spc="28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in </a:t>
            </a:r>
            <a:r>
              <a:rPr sz="1500" dirty="0">
                <a:latin typeface="Calibri"/>
                <a:cs typeface="Calibri"/>
              </a:rPr>
              <a:t>efficiently</a:t>
            </a:r>
            <a:r>
              <a:rPr sz="1500" spc="2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managing</a:t>
            </a:r>
            <a:r>
              <a:rPr sz="1500" spc="2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assessments</a:t>
            </a:r>
            <a:r>
              <a:rPr sz="1500" spc="2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2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certifications.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Traditional</a:t>
            </a:r>
            <a:r>
              <a:rPr sz="1500" spc="25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25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examination</a:t>
            </a:r>
            <a:r>
              <a:rPr sz="1500" spc="2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processes</a:t>
            </a:r>
            <a:r>
              <a:rPr sz="1500" spc="27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are </a:t>
            </a:r>
            <a:r>
              <a:rPr sz="1500" dirty="0">
                <a:latin typeface="Calibri"/>
                <a:cs typeface="Calibri"/>
              </a:rPr>
              <a:t>often</a:t>
            </a:r>
            <a:r>
              <a:rPr sz="1500" spc="25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manual,</a:t>
            </a:r>
            <a:r>
              <a:rPr sz="1500" spc="2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time-</a:t>
            </a:r>
            <a:r>
              <a:rPr sz="1500" dirty="0">
                <a:latin typeface="Calibri"/>
                <a:cs typeface="Calibri"/>
              </a:rPr>
              <a:t>consuming,</a:t>
            </a:r>
            <a:r>
              <a:rPr sz="1500" spc="2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25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prone</a:t>
            </a:r>
            <a:r>
              <a:rPr sz="1500" spc="25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25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errors,</a:t>
            </a:r>
            <a:r>
              <a:rPr sz="1500" spc="2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making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25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difficult</a:t>
            </a:r>
            <a:r>
              <a:rPr sz="1500" spc="25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2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handle</a:t>
            </a:r>
            <a:r>
              <a:rPr sz="1500" spc="2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large</a:t>
            </a:r>
            <a:r>
              <a:rPr sz="1500" spc="25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numbers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of </a:t>
            </a:r>
            <a:r>
              <a:rPr sz="1500" dirty="0">
                <a:latin typeface="Calibri"/>
                <a:cs typeface="Calibri"/>
              </a:rPr>
              <a:t>participants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effectively.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Educators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administrators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spend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considerable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time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creating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quizzes,</a:t>
            </a:r>
            <a:r>
              <a:rPr sz="1500" spc="-10" dirty="0">
                <a:latin typeface="Calibri"/>
                <a:cs typeface="Calibri"/>
              </a:rPr>
              <a:t> grading </a:t>
            </a:r>
            <a:r>
              <a:rPr sz="1500" dirty="0">
                <a:latin typeface="Calibri"/>
                <a:cs typeface="Calibri"/>
              </a:rPr>
              <a:t>responses,</a:t>
            </a:r>
            <a:r>
              <a:rPr sz="1500" spc="3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3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generating</a:t>
            </a:r>
            <a:r>
              <a:rPr sz="1500" spc="3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certificates,</a:t>
            </a:r>
            <a:r>
              <a:rPr sz="1500" spc="3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3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slows</a:t>
            </a:r>
            <a:r>
              <a:rPr sz="1500" spc="3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down</a:t>
            </a:r>
            <a:r>
              <a:rPr sz="1500" spc="29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entire</a:t>
            </a:r>
            <a:r>
              <a:rPr sz="1500" spc="3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evaluation</a:t>
            </a:r>
            <a:r>
              <a:rPr sz="1500" spc="3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</a:t>
            </a:r>
            <a:r>
              <a:rPr sz="1500" spc="3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3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limits </a:t>
            </a:r>
            <a:r>
              <a:rPr sz="1500" dirty="0">
                <a:latin typeface="Calibri"/>
                <a:cs typeface="Calibri"/>
              </a:rPr>
              <a:t>scalability.</a:t>
            </a:r>
            <a:r>
              <a:rPr sz="1500" spc="13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Additionally,</a:t>
            </a:r>
            <a:r>
              <a:rPr sz="1500" spc="14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manual</a:t>
            </a:r>
            <a:r>
              <a:rPr sz="1500" spc="13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certificate</a:t>
            </a:r>
            <a:r>
              <a:rPr sz="1500" spc="13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creation</a:t>
            </a:r>
            <a:r>
              <a:rPr sz="1500" spc="13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lacks</a:t>
            </a:r>
            <a:r>
              <a:rPr sz="1500" spc="14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standardization</a:t>
            </a:r>
            <a:r>
              <a:rPr sz="1500" spc="13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3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often</a:t>
            </a:r>
            <a:r>
              <a:rPr sz="1500" spc="14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delays</a:t>
            </a:r>
            <a:r>
              <a:rPr sz="1500" spc="140" dirty="0">
                <a:latin typeface="Calibri"/>
                <a:cs typeface="Calibri"/>
              </a:rPr>
              <a:t>  </a:t>
            </a:r>
            <a:r>
              <a:rPr sz="1500" spc="-25" dirty="0">
                <a:latin typeface="Calibri"/>
                <a:cs typeface="Calibri"/>
              </a:rPr>
              <a:t>the </a:t>
            </a:r>
            <a:r>
              <a:rPr sz="1500" dirty="0">
                <a:latin typeface="Calibri"/>
                <a:cs typeface="Calibri"/>
              </a:rPr>
              <a:t>recognition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learners’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achievements,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impacting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motivation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trust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certification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process.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With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rapid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growth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online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learning platforms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remote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training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programs,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there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 a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pressing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for </a:t>
            </a:r>
            <a:r>
              <a:rPr sz="1500" dirty="0">
                <a:latin typeface="Calibri"/>
                <a:cs typeface="Calibri"/>
              </a:rPr>
              <a:t>an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automated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system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streamline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these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tasks.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Such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system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should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capable</a:t>
            </a:r>
            <a:r>
              <a:rPr sz="1500" spc="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creating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and </a:t>
            </a:r>
            <a:r>
              <a:rPr sz="1500" dirty="0">
                <a:latin typeface="Calibri"/>
                <a:cs typeface="Calibri"/>
              </a:rPr>
              <a:t>delivering</a:t>
            </a:r>
            <a:r>
              <a:rPr sz="1500" spc="1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quizzes,</a:t>
            </a:r>
            <a:r>
              <a:rPr sz="1500" spc="9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automatically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evaluating</a:t>
            </a:r>
            <a:r>
              <a:rPr sz="1500" spc="1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answers,</a:t>
            </a:r>
            <a:r>
              <a:rPr sz="1500" spc="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instantly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generating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personalized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certificates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secure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standardized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PDF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format.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143" y="288036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955" y="0"/>
                </a:moveTo>
                <a:lnTo>
                  <a:pt x="225691" y="4444"/>
                </a:lnTo>
                <a:lnTo>
                  <a:pt x="179273" y="17144"/>
                </a:lnTo>
                <a:lnTo>
                  <a:pt x="136461" y="37337"/>
                </a:lnTo>
                <a:lnTo>
                  <a:pt x="98069" y="64388"/>
                </a:lnTo>
                <a:lnTo>
                  <a:pt x="64871" y="97409"/>
                </a:lnTo>
                <a:lnTo>
                  <a:pt x="37680" y="135636"/>
                </a:lnTo>
                <a:lnTo>
                  <a:pt x="17271" y="178307"/>
                </a:lnTo>
                <a:lnTo>
                  <a:pt x="4445" y="224789"/>
                </a:lnTo>
                <a:lnTo>
                  <a:pt x="0" y="274065"/>
                </a:lnTo>
                <a:lnTo>
                  <a:pt x="4445" y="323341"/>
                </a:lnTo>
                <a:lnTo>
                  <a:pt x="17271" y="369824"/>
                </a:lnTo>
                <a:lnTo>
                  <a:pt x="37680" y="412495"/>
                </a:lnTo>
                <a:lnTo>
                  <a:pt x="64871" y="450723"/>
                </a:lnTo>
                <a:lnTo>
                  <a:pt x="98069" y="483742"/>
                </a:lnTo>
                <a:lnTo>
                  <a:pt x="136461" y="510793"/>
                </a:lnTo>
                <a:lnTo>
                  <a:pt x="179273" y="530987"/>
                </a:lnTo>
                <a:lnTo>
                  <a:pt x="225691" y="543687"/>
                </a:lnTo>
                <a:lnTo>
                  <a:pt x="274955" y="548131"/>
                </a:lnTo>
                <a:lnTo>
                  <a:pt x="323761" y="543687"/>
                </a:lnTo>
                <a:lnTo>
                  <a:pt x="369836" y="530987"/>
                </a:lnTo>
                <a:lnTo>
                  <a:pt x="412381" y="510793"/>
                </a:lnTo>
                <a:lnTo>
                  <a:pt x="450583" y="483742"/>
                </a:lnTo>
                <a:lnTo>
                  <a:pt x="483641" y="450723"/>
                </a:lnTo>
                <a:lnTo>
                  <a:pt x="510768" y="412495"/>
                </a:lnTo>
                <a:lnTo>
                  <a:pt x="531126" y="369824"/>
                </a:lnTo>
                <a:lnTo>
                  <a:pt x="543941" y="323341"/>
                </a:lnTo>
                <a:lnTo>
                  <a:pt x="548386" y="274065"/>
                </a:lnTo>
                <a:lnTo>
                  <a:pt x="543941" y="224789"/>
                </a:lnTo>
                <a:lnTo>
                  <a:pt x="531126" y="178307"/>
                </a:lnTo>
                <a:lnTo>
                  <a:pt x="510768" y="135636"/>
                </a:lnTo>
                <a:lnTo>
                  <a:pt x="483641" y="97409"/>
                </a:lnTo>
                <a:lnTo>
                  <a:pt x="450583" y="64388"/>
                </a:lnTo>
                <a:lnTo>
                  <a:pt x="412381" y="37337"/>
                </a:lnTo>
                <a:lnTo>
                  <a:pt x="369836" y="17144"/>
                </a:lnTo>
                <a:lnTo>
                  <a:pt x="323761" y="4444"/>
                </a:lnTo>
                <a:lnTo>
                  <a:pt x="27495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4255" y="3496055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9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5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3"/>
                </a:lnTo>
                <a:lnTo>
                  <a:pt x="140715" y="298323"/>
                </a:lnTo>
                <a:lnTo>
                  <a:pt x="184556" y="290703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5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9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1835" y="3559302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4255" y="2148839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9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225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225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9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0123" y="221475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255" y="3858767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747"/>
                </a:lnTo>
                <a:lnTo>
                  <a:pt x="57480" y="29083"/>
                </a:lnTo>
                <a:lnTo>
                  <a:pt x="27063" y="61722"/>
                </a:lnTo>
                <a:lnTo>
                  <a:pt x="7150" y="103124"/>
                </a:lnTo>
                <a:lnTo>
                  <a:pt x="0" y="150622"/>
                </a:lnTo>
                <a:lnTo>
                  <a:pt x="7150" y="198247"/>
                </a:lnTo>
                <a:lnTo>
                  <a:pt x="27063" y="239649"/>
                </a:lnTo>
                <a:lnTo>
                  <a:pt x="57480" y="272288"/>
                </a:lnTo>
                <a:lnTo>
                  <a:pt x="96126" y="293624"/>
                </a:lnTo>
                <a:lnTo>
                  <a:pt x="140715" y="301371"/>
                </a:lnTo>
                <a:lnTo>
                  <a:pt x="184556" y="293624"/>
                </a:lnTo>
                <a:lnTo>
                  <a:pt x="222745" y="272288"/>
                </a:lnTo>
                <a:lnTo>
                  <a:pt x="252933" y="239649"/>
                </a:lnTo>
                <a:lnTo>
                  <a:pt x="272770" y="198247"/>
                </a:lnTo>
                <a:lnTo>
                  <a:pt x="279908" y="150622"/>
                </a:lnTo>
                <a:lnTo>
                  <a:pt x="272770" y="103124"/>
                </a:lnTo>
                <a:lnTo>
                  <a:pt x="252933" y="61722"/>
                </a:lnTo>
                <a:lnTo>
                  <a:pt x="222745" y="29083"/>
                </a:lnTo>
                <a:lnTo>
                  <a:pt x="184556" y="7747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4883" y="3926280"/>
            <a:ext cx="8890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4255" y="2514600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8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8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4883" y="258051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4255" y="4590288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19"/>
                </a:lnTo>
                <a:lnTo>
                  <a:pt x="57480" y="29082"/>
                </a:lnTo>
                <a:lnTo>
                  <a:pt x="27063" y="61849"/>
                </a:lnTo>
                <a:lnTo>
                  <a:pt x="7150" y="103505"/>
                </a:lnTo>
                <a:lnTo>
                  <a:pt x="0" y="151637"/>
                </a:lnTo>
                <a:lnTo>
                  <a:pt x="7150" y="198881"/>
                </a:lnTo>
                <a:lnTo>
                  <a:pt x="27063" y="240156"/>
                </a:lnTo>
                <a:lnTo>
                  <a:pt x="57480" y="272669"/>
                </a:lnTo>
                <a:lnTo>
                  <a:pt x="96126" y="294005"/>
                </a:lnTo>
                <a:lnTo>
                  <a:pt x="140715" y="301625"/>
                </a:lnTo>
                <a:lnTo>
                  <a:pt x="184556" y="294005"/>
                </a:lnTo>
                <a:lnTo>
                  <a:pt x="222745" y="272669"/>
                </a:lnTo>
                <a:lnTo>
                  <a:pt x="252933" y="240156"/>
                </a:lnTo>
                <a:lnTo>
                  <a:pt x="272770" y="198881"/>
                </a:lnTo>
                <a:lnTo>
                  <a:pt x="279908" y="151637"/>
                </a:lnTo>
                <a:lnTo>
                  <a:pt x="272770" y="103505"/>
                </a:lnTo>
                <a:lnTo>
                  <a:pt x="252933" y="61849"/>
                </a:lnTo>
                <a:lnTo>
                  <a:pt x="222745" y="29082"/>
                </a:lnTo>
                <a:lnTo>
                  <a:pt x="184556" y="7619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6407" y="4658055"/>
            <a:ext cx="8890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4255" y="4227576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8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8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3359" y="4292600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4255" y="4959096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19"/>
                </a:lnTo>
                <a:lnTo>
                  <a:pt x="57480" y="28955"/>
                </a:lnTo>
                <a:lnTo>
                  <a:pt x="27063" y="61467"/>
                </a:lnTo>
                <a:lnTo>
                  <a:pt x="7150" y="102742"/>
                </a:lnTo>
                <a:lnTo>
                  <a:pt x="0" y="149986"/>
                </a:lnTo>
                <a:lnTo>
                  <a:pt x="7150" y="198119"/>
                </a:lnTo>
                <a:lnTo>
                  <a:pt x="27063" y="239775"/>
                </a:lnTo>
                <a:lnTo>
                  <a:pt x="57480" y="272541"/>
                </a:lnTo>
                <a:lnTo>
                  <a:pt x="96126" y="294004"/>
                </a:lnTo>
                <a:lnTo>
                  <a:pt x="140715" y="301624"/>
                </a:lnTo>
                <a:lnTo>
                  <a:pt x="184556" y="294004"/>
                </a:lnTo>
                <a:lnTo>
                  <a:pt x="222745" y="272541"/>
                </a:lnTo>
                <a:lnTo>
                  <a:pt x="252933" y="239775"/>
                </a:lnTo>
                <a:lnTo>
                  <a:pt x="272770" y="198119"/>
                </a:lnTo>
                <a:lnTo>
                  <a:pt x="279908" y="149986"/>
                </a:lnTo>
                <a:lnTo>
                  <a:pt x="272770" y="102742"/>
                </a:lnTo>
                <a:lnTo>
                  <a:pt x="252933" y="61467"/>
                </a:lnTo>
                <a:lnTo>
                  <a:pt x="222745" y="28955"/>
                </a:lnTo>
                <a:lnTo>
                  <a:pt x="184556" y="7619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3359" y="5025897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4255" y="5324855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20"/>
                </a:lnTo>
                <a:lnTo>
                  <a:pt x="57480" y="28956"/>
                </a:lnTo>
                <a:lnTo>
                  <a:pt x="27063" y="61468"/>
                </a:lnTo>
                <a:lnTo>
                  <a:pt x="7150" y="102743"/>
                </a:lnTo>
                <a:lnTo>
                  <a:pt x="0" y="149987"/>
                </a:lnTo>
                <a:lnTo>
                  <a:pt x="7150" y="198120"/>
                </a:lnTo>
                <a:lnTo>
                  <a:pt x="27063" y="239776"/>
                </a:lnTo>
                <a:lnTo>
                  <a:pt x="57480" y="272542"/>
                </a:lnTo>
                <a:lnTo>
                  <a:pt x="96126" y="294005"/>
                </a:lnTo>
                <a:lnTo>
                  <a:pt x="140715" y="301625"/>
                </a:lnTo>
                <a:lnTo>
                  <a:pt x="184556" y="294005"/>
                </a:lnTo>
                <a:lnTo>
                  <a:pt x="222745" y="272542"/>
                </a:lnTo>
                <a:lnTo>
                  <a:pt x="252933" y="239776"/>
                </a:lnTo>
                <a:lnTo>
                  <a:pt x="272770" y="198120"/>
                </a:lnTo>
                <a:lnTo>
                  <a:pt x="279908" y="149987"/>
                </a:lnTo>
                <a:lnTo>
                  <a:pt x="272770" y="102743"/>
                </a:lnTo>
                <a:lnTo>
                  <a:pt x="252933" y="61468"/>
                </a:lnTo>
                <a:lnTo>
                  <a:pt x="222745" y="28956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3359" y="539356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47" rIns="0" bIns="0" rtlCol="0">
            <a:spAutoFit/>
          </a:bodyPr>
          <a:lstStyle/>
          <a:p>
            <a:pPr marL="2232025">
              <a:lnSpc>
                <a:spcPct val="100000"/>
              </a:lnSpc>
              <a:spcBef>
                <a:spcPts val="90"/>
              </a:spcBef>
            </a:pPr>
            <a:r>
              <a:rPr b="0" spc="-10" dirty="0">
                <a:latin typeface="Calibri"/>
                <a:cs typeface="Calibri"/>
              </a:rPr>
              <a:t>OBJECTIVES</a:t>
            </a: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1432"/>
            <a:ext cx="527303" cy="14325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188211" y="2316607"/>
            <a:ext cx="6904355" cy="3103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0655" indent="-151130">
              <a:lnSpc>
                <a:spcPct val="100000"/>
              </a:lnSpc>
              <a:spcBef>
                <a:spcPts val="110"/>
              </a:spcBef>
              <a:buSzPct val="93333"/>
              <a:buAutoNum type="arabicPeriod"/>
              <a:tabLst>
                <a:tab pos="160655" algn="l"/>
              </a:tabLst>
            </a:pPr>
            <a:r>
              <a:rPr sz="1500" b="1" spc="-10" dirty="0">
                <a:latin typeface="Calibri"/>
                <a:cs typeface="Calibri"/>
              </a:rPr>
              <a:t>Automate</a:t>
            </a:r>
            <a:r>
              <a:rPr sz="1500" b="1" spc="-7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Quiz Creation: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Provide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easy-</a:t>
            </a:r>
            <a:r>
              <a:rPr sz="1500" spc="-10" dirty="0">
                <a:latin typeface="Calibri"/>
                <a:cs typeface="Calibri"/>
              </a:rPr>
              <a:t>to-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interface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creating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managing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500" dirty="0">
                <a:latin typeface="Calibri"/>
                <a:cs typeface="Calibri"/>
              </a:rPr>
              <a:t>quizzes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various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question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types.</a:t>
            </a:r>
            <a:endParaRPr sz="1500">
              <a:latin typeface="Calibri"/>
              <a:cs typeface="Calibri"/>
            </a:endParaRPr>
          </a:p>
          <a:p>
            <a:pPr marL="12700" marR="5080" indent="-3175">
              <a:lnSpc>
                <a:spcPct val="101299"/>
              </a:lnSpc>
              <a:spcBef>
                <a:spcPts val="75"/>
              </a:spcBef>
              <a:buSzPct val="93333"/>
              <a:buAutoNum type="arabicPeriod" startAt="2"/>
              <a:tabLst>
                <a:tab pos="160655" algn="l"/>
              </a:tabLst>
            </a:pPr>
            <a:r>
              <a:rPr sz="1500" b="1" dirty="0">
                <a:latin typeface="Calibri"/>
                <a:cs typeface="Calibri"/>
              </a:rPr>
              <a:t>	Instant</a:t>
            </a:r>
            <a:r>
              <a:rPr sz="1500" b="1" spc="-8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Evaluation:</a:t>
            </a:r>
            <a:r>
              <a:rPr sz="1500" b="1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Automatically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assess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answers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deliver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immediate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results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to </a:t>
            </a:r>
            <a:r>
              <a:rPr sz="1500" spc="-10" dirty="0">
                <a:latin typeface="Calibri"/>
                <a:cs typeface="Calibri"/>
              </a:rPr>
              <a:t>users.</a:t>
            </a:r>
            <a:endParaRPr sz="1500">
              <a:latin typeface="Calibri"/>
              <a:cs typeface="Calibri"/>
            </a:endParaRPr>
          </a:p>
          <a:p>
            <a:pPr marL="161290" indent="-151130">
              <a:lnSpc>
                <a:spcPct val="100000"/>
              </a:lnSpc>
              <a:spcBef>
                <a:spcPts val="120"/>
              </a:spcBef>
              <a:buSzPct val="93333"/>
              <a:buAutoNum type="arabicPeriod" startAt="2"/>
              <a:tabLst>
                <a:tab pos="161290" algn="l"/>
              </a:tabLst>
            </a:pPr>
            <a:r>
              <a:rPr sz="1500" b="1" dirty="0">
                <a:latin typeface="Calibri"/>
                <a:cs typeface="Calibri"/>
              </a:rPr>
              <a:t>User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Progress</a:t>
            </a:r>
            <a:r>
              <a:rPr sz="1500" b="1" spc="-4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Tracking: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Store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track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users’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attempts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scores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securely.</a:t>
            </a:r>
            <a:endParaRPr sz="1500">
              <a:latin typeface="Calibri"/>
              <a:cs typeface="Calibri"/>
            </a:endParaRPr>
          </a:p>
          <a:p>
            <a:pPr marL="12700" marR="306705" indent="-3175">
              <a:lnSpc>
                <a:spcPct val="101299"/>
              </a:lnSpc>
              <a:spcBef>
                <a:spcPts val="100"/>
              </a:spcBef>
              <a:buSzPct val="93333"/>
              <a:buAutoNum type="arabicPeriod" startAt="2"/>
              <a:tabLst>
                <a:tab pos="160655" algn="l"/>
              </a:tabLst>
            </a:pPr>
            <a:r>
              <a:rPr sz="1500" b="1" dirty="0">
                <a:latin typeface="Calibri"/>
                <a:cs typeface="Calibri"/>
              </a:rPr>
              <a:t>	PDF</a:t>
            </a:r>
            <a:r>
              <a:rPr sz="1500" b="1" spc="-7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Certificate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Generation:</a:t>
            </a:r>
            <a:r>
              <a:rPr sz="1500" b="1" spc="-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Automatically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generate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personalized,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professional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PDF </a:t>
            </a:r>
            <a:r>
              <a:rPr sz="1500" dirty="0">
                <a:latin typeface="Calibri"/>
                <a:cs typeface="Calibri"/>
              </a:rPr>
              <a:t>certificates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who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pass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quiz.</a:t>
            </a:r>
            <a:endParaRPr sz="1500">
              <a:latin typeface="Calibri"/>
              <a:cs typeface="Calibri"/>
            </a:endParaRPr>
          </a:p>
          <a:p>
            <a:pPr marL="160655" indent="-151130">
              <a:lnSpc>
                <a:spcPct val="100000"/>
              </a:lnSpc>
              <a:spcBef>
                <a:spcPts val="120"/>
              </a:spcBef>
              <a:buSzPct val="93333"/>
              <a:buAutoNum type="arabicPeriod" startAt="2"/>
              <a:tabLst>
                <a:tab pos="160655" algn="l"/>
              </a:tabLst>
            </a:pPr>
            <a:r>
              <a:rPr sz="1500" b="1" dirty="0">
                <a:latin typeface="Calibri"/>
                <a:cs typeface="Calibri"/>
              </a:rPr>
              <a:t>Ensure</a:t>
            </a:r>
            <a:r>
              <a:rPr sz="1500" b="1" spc="-7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Scalability:</a:t>
            </a:r>
            <a:r>
              <a:rPr sz="1500" b="1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Handle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multiple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quizzes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efficiently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without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performance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spc="-10" dirty="0">
                <a:latin typeface="Calibri"/>
                <a:cs typeface="Calibri"/>
              </a:rPr>
              <a:t>loss.</a:t>
            </a:r>
            <a:endParaRPr sz="1500">
              <a:latin typeface="Calibri"/>
              <a:cs typeface="Calibri"/>
            </a:endParaRPr>
          </a:p>
          <a:p>
            <a:pPr marL="12700" marR="573405" indent="-3175">
              <a:lnSpc>
                <a:spcPct val="101299"/>
              </a:lnSpc>
              <a:spcBef>
                <a:spcPts val="95"/>
              </a:spcBef>
              <a:buSzPct val="93333"/>
              <a:buAutoNum type="arabicPeriod" startAt="6"/>
              <a:tabLst>
                <a:tab pos="160655" algn="l"/>
              </a:tabLst>
            </a:pPr>
            <a:r>
              <a:rPr sz="1500" b="1" dirty="0">
                <a:latin typeface="Calibri"/>
                <a:cs typeface="Calibri"/>
              </a:rPr>
              <a:t>	Reduce</a:t>
            </a:r>
            <a:r>
              <a:rPr sz="1500" b="1" spc="-7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Administrative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Workload:</a:t>
            </a:r>
            <a:r>
              <a:rPr sz="1500" b="1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Minimize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manual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tasks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 </a:t>
            </a:r>
            <a:r>
              <a:rPr sz="1500" spc="-10" dirty="0">
                <a:latin typeface="Calibri"/>
                <a:cs typeface="Calibri"/>
              </a:rPr>
              <a:t>management, </a:t>
            </a:r>
            <a:r>
              <a:rPr sz="1500" dirty="0">
                <a:latin typeface="Calibri"/>
                <a:cs typeface="Calibri"/>
              </a:rPr>
              <a:t>evaluation,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certification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issuance.</a:t>
            </a:r>
            <a:endParaRPr sz="1500">
              <a:latin typeface="Calibri"/>
              <a:cs typeface="Calibri"/>
            </a:endParaRPr>
          </a:p>
          <a:p>
            <a:pPr marL="203835" indent="-191135">
              <a:lnSpc>
                <a:spcPct val="100000"/>
              </a:lnSpc>
              <a:spcBef>
                <a:spcPts val="120"/>
              </a:spcBef>
              <a:buSzPct val="93333"/>
              <a:buFont typeface="Calibri"/>
              <a:buAutoNum type="arabicPeriod" startAt="6"/>
              <a:tabLst>
                <a:tab pos="203835" algn="l"/>
              </a:tabLst>
            </a:pP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design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anfd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develop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automated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engine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certification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generation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using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500" spc="-10" dirty="0">
                <a:latin typeface="Calibri"/>
                <a:cs typeface="Calibri"/>
              </a:rPr>
              <a:t>HTML,CSS,JAVA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SCRIPT.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143" y="288036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955" y="0"/>
                </a:moveTo>
                <a:lnTo>
                  <a:pt x="225691" y="4444"/>
                </a:lnTo>
                <a:lnTo>
                  <a:pt x="179273" y="17144"/>
                </a:lnTo>
                <a:lnTo>
                  <a:pt x="136461" y="37337"/>
                </a:lnTo>
                <a:lnTo>
                  <a:pt x="98069" y="64388"/>
                </a:lnTo>
                <a:lnTo>
                  <a:pt x="64871" y="97409"/>
                </a:lnTo>
                <a:lnTo>
                  <a:pt x="37680" y="135636"/>
                </a:lnTo>
                <a:lnTo>
                  <a:pt x="17271" y="178307"/>
                </a:lnTo>
                <a:lnTo>
                  <a:pt x="4445" y="224789"/>
                </a:lnTo>
                <a:lnTo>
                  <a:pt x="0" y="274065"/>
                </a:lnTo>
                <a:lnTo>
                  <a:pt x="4445" y="323341"/>
                </a:lnTo>
                <a:lnTo>
                  <a:pt x="17271" y="369824"/>
                </a:lnTo>
                <a:lnTo>
                  <a:pt x="37680" y="412495"/>
                </a:lnTo>
                <a:lnTo>
                  <a:pt x="64871" y="450723"/>
                </a:lnTo>
                <a:lnTo>
                  <a:pt x="98069" y="483742"/>
                </a:lnTo>
                <a:lnTo>
                  <a:pt x="136461" y="510793"/>
                </a:lnTo>
                <a:lnTo>
                  <a:pt x="179273" y="530987"/>
                </a:lnTo>
                <a:lnTo>
                  <a:pt x="225691" y="543687"/>
                </a:lnTo>
                <a:lnTo>
                  <a:pt x="274955" y="548131"/>
                </a:lnTo>
                <a:lnTo>
                  <a:pt x="323761" y="543687"/>
                </a:lnTo>
                <a:lnTo>
                  <a:pt x="369836" y="530987"/>
                </a:lnTo>
                <a:lnTo>
                  <a:pt x="412381" y="510793"/>
                </a:lnTo>
                <a:lnTo>
                  <a:pt x="450583" y="483742"/>
                </a:lnTo>
                <a:lnTo>
                  <a:pt x="483641" y="450723"/>
                </a:lnTo>
                <a:lnTo>
                  <a:pt x="510768" y="412495"/>
                </a:lnTo>
                <a:lnTo>
                  <a:pt x="531126" y="369824"/>
                </a:lnTo>
                <a:lnTo>
                  <a:pt x="543941" y="323341"/>
                </a:lnTo>
                <a:lnTo>
                  <a:pt x="548386" y="274065"/>
                </a:lnTo>
                <a:lnTo>
                  <a:pt x="543941" y="224789"/>
                </a:lnTo>
                <a:lnTo>
                  <a:pt x="531126" y="178307"/>
                </a:lnTo>
                <a:lnTo>
                  <a:pt x="510768" y="135636"/>
                </a:lnTo>
                <a:lnTo>
                  <a:pt x="483641" y="97409"/>
                </a:lnTo>
                <a:lnTo>
                  <a:pt x="450583" y="64388"/>
                </a:lnTo>
                <a:lnTo>
                  <a:pt x="412381" y="37337"/>
                </a:lnTo>
                <a:lnTo>
                  <a:pt x="369836" y="17144"/>
                </a:lnTo>
                <a:lnTo>
                  <a:pt x="323761" y="4444"/>
                </a:lnTo>
                <a:lnTo>
                  <a:pt x="27495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93547" y="3018282"/>
            <a:ext cx="12573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FFFCFC"/>
                </a:solidFill>
                <a:latin typeface="Tahoma"/>
                <a:cs typeface="Tahoma"/>
              </a:rPr>
              <a:t>3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255" y="3496055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9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5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3"/>
                </a:lnTo>
                <a:lnTo>
                  <a:pt x="140715" y="298323"/>
                </a:lnTo>
                <a:lnTo>
                  <a:pt x="184556" y="290703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5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9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1835" y="3559302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4255" y="2148839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9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225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225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9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0123" y="221475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4255" y="3858767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747"/>
                </a:lnTo>
                <a:lnTo>
                  <a:pt x="57480" y="29083"/>
                </a:lnTo>
                <a:lnTo>
                  <a:pt x="27063" y="61722"/>
                </a:lnTo>
                <a:lnTo>
                  <a:pt x="7150" y="103124"/>
                </a:lnTo>
                <a:lnTo>
                  <a:pt x="0" y="150622"/>
                </a:lnTo>
                <a:lnTo>
                  <a:pt x="7150" y="198247"/>
                </a:lnTo>
                <a:lnTo>
                  <a:pt x="27063" y="239649"/>
                </a:lnTo>
                <a:lnTo>
                  <a:pt x="57480" y="272288"/>
                </a:lnTo>
                <a:lnTo>
                  <a:pt x="96126" y="293624"/>
                </a:lnTo>
                <a:lnTo>
                  <a:pt x="140715" y="301371"/>
                </a:lnTo>
                <a:lnTo>
                  <a:pt x="184556" y="293624"/>
                </a:lnTo>
                <a:lnTo>
                  <a:pt x="222745" y="272288"/>
                </a:lnTo>
                <a:lnTo>
                  <a:pt x="252933" y="239649"/>
                </a:lnTo>
                <a:lnTo>
                  <a:pt x="272770" y="198247"/>
                </a:lnTo>
                <a:lnTo>
                  <a:pt x="279908" y="150622"/>
                </a:lnTo>
                <a:lnTo>
                  <a:pt x="272770" y="103124"/>
                </a:lnTo>
                <a:lnTo>
                  <a:pt x="252933" y="61722"/>
                </a:lnTo>
                <a:lnTo>
                  <a:pt x="222745" y="29083"/>
                </a:lnTo>
                <a:lnTo>
                  <a:pt x="184556" y="7747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4883" y="3926280"/>
            <a:ext cx="8890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4255" y="2514600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8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8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4883" y="258051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4255" y="4590288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19"/>
                </a:lnTo>
                <a:lnTo>
                  <a:pt x="57480" y="29082"/>
                </a:lnTo>
                <a:lnTo>
                  <a:pt x="27063" y="61849"/>
                </a:lnTo>
                <a:lnTo>
                  <a:pt x="7150" y="103505"/>
                </a:lnTo>
                <a:lnTo>
                  <a:pt x="0" y="151637"/>
                </a:lnTo>
                <a:lnTo>
                  <a:pt x="7150" y="198881"/>
                </a:lnTo>
                <a:lnTo>
                  <a:pt x="27063" y="240156"/>
                </a:lnTo>
                <a:lnTo>
                  <a:pt x="57480" y="272669"/>
                </a:lnTo>
                <a:lnTo>
                  <a:pt x="96126" y="294005"/>
                </a:lnTo>
                <a:lnTo>
                  <a:pt x="140715" y="301625"/>
                </a:lnTo>
                <a:lnTo>
                  <a:pt x="184556" y="294005"/>
                </a:lnTo>
                <a:lnTo>
                  <a:pt x="222745" y="272669"/>
                </a:lnTo>
                <a:lnTo>
                  <a:pt x="252933" y="240156"/>
                </a:lnTo>
                <a:lnTo>
                  <a:pt x="272770" y="198881"/>
                </a:lnTo>
                <a:lnTo>
                  <a:pt x="279908" y="151637"/>
                </a:lnTo>
                <a:lnTo>
                  <a:pt x="272770" y="103505"/>
                </a:lnTo>
                <a:lnTo>
                  <a:pt x="252933" y="61849"/>
                </a:lnTo>
                <a:lnTo>
                  <a:pt x="222745" y="29082"/>
                </a:lnTo>
                <a:lnTo>
                  <a:pt x="184556" y="7619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4255" y="4227576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8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8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4255" y="4959096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19"/>
                </a:lnTo>
                <a:lnTo>
                  <a:pt x="57480" y="28955"/>
                </a:lnTo>
                <a:lnTo>
                  <a:pt x="27063" y="61467"/>
                </a:lnTo>
                <a:lnTo>
                  <a:pt x="7150" y="102742"/>
                </a:lnTo>
                <a:lnTo>
                  <a:pt x="0" y="149986"/>
                </a:lnTo>
                <a:lnTo>
                  <a:pt x="7150" y="198119"/>
                </a:lnTo>
                <a:lnTo>
                  <a:pt x="27063" y="239775"/>
                </a:lnTo>
                <a:lnTo>
                  <a:pt x="57480" y="272541"/>
                </a:lnTo>
                <a:lnTo>
                  <a:pt x="96126" y="294004"/>
                </a:lnTo>
                <a:lnTo>
                  <a:pt x="140715" y="301624"/>
                </a:lnTo>
                <a:lnTo>
                  <a:pt x="184556" y="294004"/>
                </a:lnTo>
                <a:lnTo>
                  <a:pt x="222745" y="272541"/>
                </a:lnTo>
                <a:lnTo>
                  <a:pt x="252933" y="239775"/>
                </a:lnTo>
                <a:lnTo>
                  <a:pt x="272770" y="198119"/>
                </a:lnTo>
                <a:lnTo>
                  <a:pt x="279908" y="149986"/>
                </a:lnTo>
                <a:lnTo>
                  <a:pt x="272770" y="102742"/>
                </a:lnTo>
                <a:lnTo>
                  <a:pt x="252933" y="61467"/>
                </a:lnTo>
                <a:lnTo>
                  <a:pt x="222745" y="28955"/>
                </a:lnTo>
                <a:lnTo>
                  <a:pt x="184556" y="7619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4255" y="5324855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620"/>
                </a:lnTo>
                <a:lnTo>
                  <a:pt x="57480" y="28956"/>
                </a:lnTo>
                <a:lnTo>
                  <a:pt x="27063" y="61468"/>
                </a:lnTo>
                <a:lnTo>
                  <a:pt x="7150" y="102743"/>
                </a:lnTo>
                <a:lnTo>
                  <a:pt x="0" y="149987"/>
                </a:lnTo>
                <a:lnTo>
                  <a:pt x="7150" y="198120"/>
                </a:lnTo>
                <a:lnTo>
                  <a:pt x="27063" y="239776"/>
                </a:lnTo>
                <a:lnTo>
                  <a:pt x="57480" y="272542"/>
                </a:lnTo>
                <a:lnTo>
                  <a:pt x="96126" y="294005"/>
                </a:lnTo>
                <a:lnTo>
                  <a:pt x="140715" y="301625"/>
                </a:lnTo>
                <a:lnTo>
                  <a:pt x="184556" y="294005"/>
                </a:lnTo>
                <a:lnTo>
                  <a:pt x="222745" y="272542"/>
                </a:lnTo>
                <a:lnTo>
                  <a:pt x="252933" y="239776"/>
                </a:lnTo>
                <a:lnTo>
                  <a:pt x="272770" y="198120"/>
                </a:lnTo>
                <a:lnTo>
                  <a:pt x="279908" y="149987"/>
                </a:lnTo>
                <a:lnTo>
                  <a:pt x="272770" y="102743"/>
                </a:lnTo>
                <a:lnTo>
                  <a:pt x="252933" y="61468"/>
                </a:lnTo>
                <a:lnTo>
                  <a:pt x="222745" y="28956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3359" y="4292600"/>
            <a:ext cx="92075" cy="12655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347" rIns="0" bIns="0" rtlCol="0">
            <a:spAutoFit/>
          </a:bodyPr>
          <a:lstStyle/>
          <a:p>
            <a:pPr marL="1353820">
              <a:lnSpc>
                <a:spcPct val="100000"/>
              </a:lnSpc>
              <a:spcBef>
                <a:spcPts val="90"/>
              </a:spcBef>
            </a:pPr>
            <a:r>
              <a:rPr b="0" spc="-20" dirty="0">
                <a:latin typeface="Calibri"/>
                <a:cs typeface="Calibri"/>
              </a:rPr>
              <a:t>PROPOSED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SYSTEM</a:t>
            </a: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1432"/>
            <a:ext cx="527303" cy="14325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24255" y="2267458"/>
            <a:ext cx="7259320" cy="18935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469900" algn="l"/>
              </a:tabLst>
            </a:pPr>
            <a:r>
              <a:rPr sz="1500" dirty="0">
                <a:latin typeface="Calibri"/>
                <a:cs typeface="Calibri"/>
              </a:rPr>
              <a:t>Support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registration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login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takers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administrators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role-</a:t>
            </a:r>
            <a:r>
              <a:rPr sz="1500" dirty="0">
                <a:latin typeface="Calibri"/>
                <a:cs typeface="Calibri"/>
              </a:rPr>
              <a:t>based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access</a:t>
            </a:r>
            <a:endParaRPr sz="15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500" spc="-10" dirty="0">
                <a:latin typeface="Calibri"/>
                <a:cs typeface="Calibri"/>
              </a:rPr>
              <a:t>control.</a:t>
            </a:r>
            <a:endParaRPr sz="1500">
              <a:latin typeface="Calibri"/>
              <a:cs typeface="Calibri"/>
            </a:endParaRPr>
          </a:p>
          <a:p>
            <a:pPr marL="469900" marR="58419" indent="-457834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69900" algn="l"/>
              </a:tabLst>
            </a:pPr>
            <a:r>
              <a:rPr sz="1500" dirty="0">
                <a:latin typeface="Calibri"/>
                <a:cs typeface="Calibri"/>
              </a:rPr>
              <a:t>Instantly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assess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responses,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calculate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scores,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securely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store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results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tracking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reporting.</a:t>
            </a:r>
            <a:endParaRPr sz="15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469900" algn="l"/>
              </a:tabLst>
            </a:pPr>
            <a:r>
              <a:rPr sz="1500" spc="-10" dirty="0">
                <a:latin typeface="Calibri"/>
                <a:cs typeface="Calibri"/>
              </a:rPr>
              <a:t>Automatically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generate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personalized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PDF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certificates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who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pass,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featuring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their</a:t>
            </a:r>
            <a:endParaRPr sz="15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latin typeface="Calibri"/>
                <a:cs typeface="Calibri"/>
              </a:rPr>
              <a:t>details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verification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info.</a:t>
            </a:r>
            <a:endParaRPr sz="1500">
              <a:latin typeface="Calibri"/>
              <a:cs typeface="Calibri"/>
            </a:endParaRPr>
          </a:p>
          <a:p>
            <a:pPr marL="469900" marR="432434" indent="-457834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469900" algn="l"/>
              </a:tabLst>
            </a:pPr>
            <a:r>
              <a:rPr sz="1500" dirty="0">
                <a:latin typeface="Calibri"/>
                <a:cs typeface="Calibri"/>
              </a:rPr>
              <a:t>Ensure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seamless,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intuitive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interface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persistence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implement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strong </a:t>
            </a:r>
            <a:r>
              <a:rPr sz="1500" dirty="0">
                <a:latin typeface="Calibri"/>
                <a:cs typeface="Calibri"/>
              </a:rPr>
              <a:t>security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protect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information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certificates.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143" y="3621023"/>
            <a:ext cx="548640" cy="545465"/>
          </a:xfrm>
          <a:custGeom>
            <a:avLst/>
            <a:gdLst/>
            <a:ahLst/>
            <a:cxnLst/>
            <a:rect l="l" t="t" r="r" b="b"/>
            <a:pathLst>
              <a:path w="548640" h="545464">
                <a:moveTo>
                  <a:pt x="274955" y="0"/>
                </a:moveTo>
                <a:lnTo>
                  <a:pt x="225691" y="4445"/>
                </a:lnTo>
                <a:lnTo>
                  <a:pt x="179273" y="17017"/>
                </a:lnTo>
                <a:lnTo>
                  <a:pt x="136461" y="37211"/>
                </a:lnTo>
                <a:lnTo>
                  <a:pt x="98069" y="64008"/>
                </a:lnTo>
                <a:lnTo>
                  <a:pt x="64871" y="96900"/>
                </a:lnTo>
                <a:lnTo>
                  <a:pt x="37680" y="134874"/>
                </a:lnTo>
                <a:lnTo>
                  <a:pt x="17271" y="177291"/>
                </a:lnTo>
                <a:lnTo>
                  <a:pt x="4445" y="223520"/>
                </a:lnTo>
                <a:lnTo>
                  <a:pt x="0" y="272541"/>
                </a:lnTo>
                <a:lnTo>
                  <a:pt x="4445" y="321563"/>
                </a:lnTo>
                <a:lnTo>
                  <a:pt x="17271" y="367664"/>
                </a:lnTo>
                <a:lnTo>
                  <a:pt x="37680" y="410210"/>
                </a:lnTo>
                <a:lnTo>
                  <a:pt x="64871" y="448183"/>
                </a:lnTo>
                <a:lnTo>
                  <a:pt x="98069" y="481075"/>
                </a:lnTo>
                <a:lnTo>
                  <a:pt x="136461" y="507873"/>
                </a:lnTo>
                <a:lnTo>
                  <a:pt x="179273" y="528065"/>
                </a:lnTo>
                <a:lnTo>
                  <a:pt x="225691" y="540638"/>
                </a:lnTo>
                <a:lnTo>
                  <a:pt x="274955" y="545084"/>
                </a:lnTo>
                <a:lnTo>
                  <a:pt x="323761" y="540638"/>
                </a:lnTo>
                <a:lnTo>
                  <a:pt x="369836" y="528065"/>
                </a:lnTo>
                <a:lnTo>
                  <a:pt x="412381" y="507873"/>
                </a:lnTo>
                <a:lnTo>
                  <a:pt x="450583" y="481075"/>
                </a:lnTo>
                <a:lnTo>
                  <a:pt x="483641" y="448183"/>
                </a:lnTo>
                <a:lnTo>
                  <a:pt x="510768" y="410210"/>
                </a:lnTo>
                <a:lnTo>
                  <a:pt x="531126" y="367664"/>
                </a:lnTo>
                <a:lnTo>
                  <a:pt x="543941" y="321563"/>
                </a:lnTo>
                <a:lnTo>
                  <a:pt x="548386" y="272541"/>
                </a:lnTo>
                <a:lnTo>
                  <a:pt x="543941" y="223520"/>
                </a:lnTo>
                <a:lnTo>
                  <a:pt x="531126" y="177291"/>
                </a:lnTo>
                <a:lnTo>
                  <a:pt x="510768" y="134874"/>
                </a:lnTo>
                <a:lnTo>
                  <a:pt x="483641" y="96900"/>
                </a:lnTo>
                <a:lnTo>
                  <a:pt x="450583" y="64008"/>
                </a:lnTo>
                <a:lnTo>
                  <a:pt x="412381" y="37211"/>
                </a:lnTo>
                <a:lnTo>
                  <a:pt x="369836" y="17017"/>
                </a:lnTo>
                <a:lnTo>
                  <a:pt x="323761" y="4445"/>
                </a:lnTo>
                <a:lnTo>
                  <a:pt x="274955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93547" y="3754068"/>
            <a:ext cx="12573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FFFCFC"/>
                </a:solidFill>
                <a:latin typeface="Tahoma"/>
                <a:cs typeface="Tahoma"/>
              </a:rPr>
              <a:t>5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255" y="2886455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9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225"/>
                </a:lnTo>
                <a:lnTo>
                  <a:pt x="7150" y="196215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3"/>
                </a:lnTo>
                <a:lnTo>
                  <a:pt x="140715" y="298323"/>
                </a:lnTo>
                <a:lnTo>
                  <a:pt x="184556" y="290703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5"/>
                </a:lnTo>
                <a:lnTo>
                  <a:pt x="279908" y="149225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9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4255" y="2151888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8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8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4255" y="3252215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9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225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3"/>
                </a:lnTo>
                <a:lnTo>
                  <a:pt x="140715" y="298323"/>
                </a:lnTo>
                <a:lnTo>
                  <a:pt x="184556" y="290703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225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9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4255" y="2517648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19"/>
                </a:lnTo>
                <a:lnTo>
                  <a:pt x="57480" y="28828"/>
                </a:lnTo>
                <a:lnTo>
                  <a:pt x="27063" y="61087"/>
                </a:lnTo>
                <a:lnTo>
                  <a:pt x="7150" y="102107"/>
                </a:lnTo>
                <a:lnTo>
                  <a:pt x="0" y="149225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3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3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225"/>
                </a:lnTo>
                <a:lnTo>
                  <a:pt x="272770" y="102107"/>
                </a:lnTo>
                <a:lnTo>
                  <a:pt x="252933" y="61087"/>
                </a:lnTo>
                <a:lnTo>
                  <a:pt x="222745" y="28828"/>
                </a:lnTo>
                <a:lnTo>
                  <a:pt x="184556" y="7619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1835" y="2216277"/>
            <a:ext cx="107314" cy="12560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4255" y="4593335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746"/>
                </a:lnTo>
                <a:lnTo>
                  <a:pt x="57480" y="29082"/>
                </a:lnTo>
                <a:lnTo>
                  <a:pt x="27063" y="61721"/>
                </a:lnTo>
                <a:lnTo>
                  <a:pt x="7150" y="103124"/>
                </a:lnTo>
                <a:lnTo>
                  <a:pt x="0" y="150621"/>
                </a:lnTo>
                <a:lnTo>
                  <a:pt x="7150" y="198246"/>
                </a:lnTo>
                <a:lnTo>
                  <a:pt x="27063" y="239649"/>
                </a:lnTo>
                <a:lnTo>
                  <a:pt x="57480" y="272288"/>
                </a:lnTo>
                <a:lnTo>
                  <a:pt x="96126" y="293624"/>
                </a:lnTo>
                <a:lnTo>
                  <a:pt x="140715" y="301370"/>
                </a:lnTo>
                <a:lnTo>
                  <a:pt x="184556" y="293624"/>
                </a:lnTo>
                <a:lnTo>
                  <a:pt x="222745" y="272288"/>
                </a:lnTo>
                <a:lnTo>
                  <a:pt x="252933" y="239649"/>
                </a:lnTo>
                <a:lnTo>
                  <a:pt x="272770" y="198246"/>
                </a:lnTo>
                <a:lnTo>
                  <a:pt x="279908" y="150621"/>
                </a:lnTo>
                <a:lnTo>
                  <a:pt x="272770" y="103124"/>
                </a:lnTo>
                <a:lnTo>
                  <a:pt x="252933" y="61721"/>
                </a:lnTo>
                <a:lnTo>
                  <a:pt x="222745" y="29082"/>
                </a:lnTo>
                <a:lnTo>
                  <a:pt x="184556" y="7746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4255" y="4230623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8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4"/>
                </a:lnTo>
                <a:lnTo>
                  <a:pt x="27063" y="237109"/>
                </a:lnTo>
                <a:lnTo>
                  <a:pt x="57480" y="269493"/>
                </a:lnTo>
                <a:lnTo>
                  <a:pt x="96126" y="290702"/>
                </a:lnTo>
                <a:lnTo>
                  <a:pt x="140715" y="298323"/>
                </a:lnTo>
                <a:lnTo>
                  <a:pt x="184556" y="290702"/>
                </a:lnTo>
                <a:lnTo>
                  <a:pt x="222745" y="269493"/>
                </a:lnTo>
                <a:lnTo>
                  <a:pt x="252933" y="237109"/>
                </a:lnTo>
                <a:lnTo>
                  <a:pt x="272770" y="196214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8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4255" y="4956047"/>
            <a:ext cx="280035" cy="301625"/>
          </a:xfrm>
          <a:custGeom>
            <a:avLst/>
            <a:gdLst/>
            <a:ahLst/>
            <a:cxnLst/>
            <a:rect l="l" t="t" r="r" b="b"/>
            <a:pathLst>
              <a:path w="280034" h="301625">
                <a:moveTo>
                  <a:pt x="140715" y="0"/>
                </a:moveTo>
                <a:lnTo>
                  <a:pt x="96126" y="7746"/>
                </a:lnTo>
                <a:lnTo>
                  <a:pt x="57480" y="29082"/>
                </a:lnTo>
                <a:lnTo>
                  <a:pt x="27063" y="61721"/>
                </a:lnTo>
                <a:lnTo>
                  <a:pt x="7150" y="103124"/>
                </a:lnTo>
                <a:lnTo>
                  <a:pt x="0" y="150621"/>
                </a:lnTo>
                <a:lnTo>
                  <a:pt x="7150" y="198246"/>
                </a:lnTo>
                <a:lnTo>
                  <a:pt x="27063" y="239649"/>
                </a:lnTo>
                <a:lnTo>
                  <a:pt x="57480" y="272288"/>
                </a:lnTo>
                <a:lnTo>
                  <a:pt x="96126" y="293624"/>
                </a:lnTo>
                <a:lnTo>
                  <a:pt x="140715" y="301370"/>
                </a:lnTo>
                <a:lnTo>
                  <a:pt x="184556" y="293624"/>
                </a:lnTo>
                <a:lnTo>
                  <a:pt x="222745" y="272288"/>
                </a:lnTo>
                <a:lnTo>
                  <a:pt x="252933" y="239649"/>
                </a:lnTo>
                <a:lnTo>
                  <a:pt x="272770" y="198246"/>
                </a:lnTo>
                <a:lnTo>
                  <a:pt x="279908" y="150621"/>
                </a:lnTo>
                <a:lnTo>
                  <a:pt x="272770" y="103124"/>
                </a:lnTo>
                <a:lnTo>
                  <a:pt x="252933" y="61721"/>
                </a:lnTo>
                <a:lnTo>
                  <a:pt x="222745" y="29082"/>
                </a:lnTo>
                <a:lnTo>
                  <a:pt x="184556" y="7746"/>
                </a:lnTo>
                <a:lnTo>
                  <a:pt x="140715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4255" y="5324855"/>
            <a:ext cx="280035" cy="298450"/>
          </a:xfrm>
          <a:custGeom>
            <a:avLst/>
            <a:gdLst/>
            <a:ahLst/>
            <a:cxnLst/>
            <a:rect l="l" t="t" r="r" b="b"/>
            <a:pathLst>
              <a:path w="280034" h="298450">
                <a:moveTo>
                  <a:pt x="140715" y="0"/>
                </a:moveTo>
                <a:lnTo>
                  <a:pt x="96126" y="7620"/>
                </a:lnTo>
                <a:lnTo>
                  <a:pt x="57480" y="28829"/>
                </a:lnTo>
                <a:lnTo>
                  <a:pt x="27063" y="61087"/>
                </a:lnTo>
                <a:lnTo>
                  <a:pt x="7150" y="102108"/>
                </a:lnTo>
                <a:lnTo>
                  <a:pt x="0" y="149098"/>
                </a:lnTo>
                <a:lnTo>
                  <a:pt x="7150" y="196215"/>
                </a:lnTo>
                <a:lnTo>
                  <a:pt x="27063" y="237109"/>
                </a:lnTo>
                <a:lnTo>
                  <a:pt x="57480" y="269494"/>
                </a:lnTo>
                <a:lnTo>
                  <a:pt x="96126" y="290703"/>
                </a:lnTo>
                <a:lnTo>
                  <a:pt x="140715" y="298323"/>
                </a:lnTo>
                <a:lnTo>
                  <a:pt x="184556" y="290703"/>
                </a:lnTo>
                <a:lnTo>
                  <a:pt x="222745" y="269494"/>
                </a:lnTo>
                <a:lnTo>
                  <a:pt x="252933" y="237109"/>
                </a:lnTo>
                <a:lnTo>
                  <a:pt x="272770" y="196215"/>
                </a:lnTo>
                <a:lnTo>
                  <a:pt x="279908" y="149098"/>
                </a:lnTo>
                <a:lnTo>
                  <a:pt x="272770" y="102108"/>
                </a:lnTo>
                <a:lnTo>
                  <a:pt x="252933" y="61087"/>
                </a:lnTo>
                <a:lnTo>
                  <a:pt x="222745" y="28829"/>
                </a:lnTo>
                <a:lnTo>
                  <a:pt x="184556" y="7620"/>
                </a:lnTo>
                <a:lnTo>
                  <a:pt x="140715" y="0"/>
                </a:lnTo>
              </a:path>
            </a:pathLst>
          </a:custGeom>
          <a:ln w="609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3359" y="4295647"/>
            <a:ext cx="92075" cy="12560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057655"/>
            <a:ext cx="3733800" cy="89306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PROPOSED</a:t>
            </a:r>
            <a:r>
              <a:rPr spc="-75" dirty="0"/>
              <a:t> </a:t>
            </a:r>
            <a:r>
              <a:rPr spc="-55" dirty="0"/>
              <a:t>SYSTEM</a:t>
            </a:r>
            <a:r>
              <a:rPr spc="-13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8374" y="1950719"/>
            <a:ext cx="7863626" cy="38879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4" y="3983735"/>
            <a:ext cx="545465" cy="545465"/>
          </a:xfrm>
          <a:custGeom>
            <a:avLst/>
            <a:gdLst/>
            <a:ahLst/>
            <a:cxnLst/>
            <a:rect l="l" t="t" r="r" b="b"/>
            <a:pathLst>
              <a:path w="545465" h="545464">
                <a:moveTo>
                  <a:pt x="272542" y="0"/>
                </a:moveTo>
                <a:lnTo>
                  <a:pt x="223494" y="4444"/>
                </a:lnTo>
                <a:lnTo>
                  <a:pt x="177355" y="17017"/>
                </a:lnTo>
                <a:lnTo>
                  <a:pt x="134886" y="37211"/>
                </a:lnTo>
                <a:lnTo>
                  <a:pt x="96862" y="64008"/>
                </a:lnTo>
                <a:lnTo>
                  <a:pt x="64033" y="96900"/>
                </a:lnTo>
                <a:lnTo>
                  <a:pt x="37160" y="134874"/>
                </a:lnTo>
                <a:lnTo>
                  <a:pt x="17030" y="177418"/>
                </a:lnTo>
                <a:lnTo>
                  <a:pt x="4381" y="223519"/>
                </a:lnTo>
                <a:lnTo>
                  <a:pt x="0" y="272541"/>
                </a:lnTo>
                <a:lnTo>
                  <a:pt x="4381" y="321563"/>
                </a:lnTo>
                <a:lnTo>
                  <a:pt x="17030" y="367664"/>
                </a:lnTo>
                <a:lnTo>
                  <a:pt x="37160" y="410210"/>
                </a:lnTo>
                <a:lnTo>
                  <a:pt x="64033" y="448183"/>
                </a:lnTo>
                <a:lnTo>
                  <a:pt x="96862" y="481075"/>
                </a:lnTo>
                <a:lnTo>
                  <a:pt x="134886" y="507873"/>
                </a:lnTo>
                <a:lnTo>
                  <a:pt x="177355" y="528065"/>
                </a:lnTo>
                <a:lnTo>
                  <a:pt x="223494" y="540638"/>
                </a:lnTo>
                <a:lnTo>
                  <a:pt x="272542" y="545083"/>
                </a:lnTo>
                <a:lnTo>
                  <a:pt x="321589" y="540638"/>
                </a:lnTo>
                <a:lnTo>
                  <a:pt x="367728" y="528065"/>
                </a:lnTo>
                <a:lnTo>
                  <a:pt x="410197" y="507873"/>
                </a:lnTo>
                <a:lnTo>
                  <a:pt x="448221" y="481075"/>
                </a:lnTo>
                <a:lnTo>
                  <a:pt x="481050" y="448183"/>
                </a:lnTo>
                <a:lnTo>
                  <a:pt x="507923" y="410210"/>
                </a:lnTo>
                <a:lnTo>
                  <a:pt x="528053" y="367664"/>
                </a:lnTo>
                <a:lnTo>
                  <a:pt x="540702" y="321563"/>
                </a:lnTo>
                <a:lnTo>
                  <a:pt x="545084" y="272541"/>
                </a:lnTo>
                <a:lnTo>
                  <a:pt x="540702" y="223519"/>
                </a:lnTo>
                <a:lnTo>
                  <a:pt x="528053" y="177418"/>
                </a:lnTo>
                <a:lnTo>
                  <a:pt x="507923" y="134874"/>
                </a:lnTo>
                <a:lnTo>
                  <a:pt x="481050" y="96900"/>
                </a:lnTo>
                <a:lnTo>
                  <a:pt x="448221" y="64008"/>
                </a:lnTo>
                <a:lnTo>
                  <a:pt x="410197" y="37211"/>
                </a:lnTo>
                <a:lnTo>
                  <a:pt x="367728" y="17017"/>
                </a:lnTo>
                <a:lnTo>
                  <a:pt x="321589" y="4444"/>
                </a:lnTo>
                <a:lnTo>
                  <a:pt x="27254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5739" y="4120388"/>
            <a:ext cx="12573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FFFCFC"/>
                </a:solidFill>
                <a:latin typeface="Tahoma"/>
                <a:cs typeface="Tahoma"/>
              </a:rPr>
              <a:t>6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6448" y="288036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747"/>
                </a:lnTo>
                <a:lnTo>
                  <a:pt x="57848" y="29082"/>
                </a:lnTo>
                <a:lnTo>
                  <a:pt x="27241" y="61722"/>
                </a:lnTo>
                <a:lnTo>
                  <a:pt x="7188" y="103124"/>
                </a:lnTo>
                <a:lnTo>
                  <a:pt x="0" y="150622"/>
                </a:lnTo>
                <a:lnTo>
                  <a:pt x="7188" y="198247"/>
                </a:lnTo>
                <a:lnTo>
                  <a:pt x="27241" y="239649"/>
                </a:lnTo>
                <a:lnTo>
                  <a:pt x="57848" y="272288"/>
                </a:lnTo>
                <a:lnTo>
                  <a:pt x="96735" y="293624"/>
                </a:lnTo>
                <a:lnTo>
                  <a:pt x="141604" y="301370"/>
                </a:lnTo>
                <a:lnTo>
                  <a:pt x="186474" y="293624"/>
                </a:lnTo>
                <a:lnTo>
                  <a:pt x="225361" y="272288"/>
                </a:lnTo>
                <a:lnTo>
                  <a:pt x="255968" y="239649"/>
                </a:lnTo>
                <a:lnTo>
                  <a:pt x="276021" y="198247"/>
                </a:lnTo>
                <a:lnTo>
                  <a:pt x="283210" y="150622"/>
                </a:lnTo>
                <a:lnTo>
                  <a:pt x="276021" y="103124"/>
                </a:lnTo>
                <a:lnTo>
                  <a:pt x="255968" y="61722"/>
                </a:lnTo>
                <a:lnTo>
                  <a:pt x="225361" y="29082"/>
                </a:lnTo>
                <a:lnTo>
                  <a:pt x="186474" y="7747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6448" y="2148839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6448" y="3249167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5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3"/>
                </a:lnTo>
                <a:lnTo>
                  <a:pt x="141604" y="298323"/>
                </a:lnTo>
                <a:lnTo>
                  <a:pt x="186474" y="290703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5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6448" y="2514600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7972" y="4591811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19"/>
                </a:lnTo>
                <a:lnTo>
                  <a:pt x="57848" y="29082"/>
                </a:lnTo>
                <a:lnTo>
                  <a:pt x="27241" y="61849"/>
                </a:lnTo>
                <a:lnTo>
                  <a:pt x="7188" y="103505"/>
                </a:lnTo>
                <a:lnTo>
                  <a:pt x="0" y="151637"/>
                </a:lnTo>
                <a:lnTo>
                  <a:pt x="7188" y="198881"/>
                </a:lnTo>
                <a:lnTo>
                  <a:pt x="27241" y="240156"/>
                </a:lnTo>
                <a:lnTo>
                  <a:pt x="57848" y="272669"/>
                </a:lnTo>
                <a:lnTo>
                  <a:pt x="96735" y="294005"/>
                </a:lnTo>
                <a:lnTo>
                  <a:pt x="141604" y="301625"/>
                </a:lnTo>
                <a:lnTo>
                  <a:pt x="186474" y="294005"/>
                </a:lnTo>
                <a:lnTo>
                  <a:pt x="225361" y="272669"/>
                </a:lnTo>
                <a:lnTo>
                  <a:pt x="255968" y="240156"/>
                </a:lnTo>
                <a:lnTo>
                  <a:pt x="276021" y="198881"/>
                </a:lnTo>
                <a:lnTo>
                  <a:pt x="283209" y="151637"/>
                </a:lnTo>
                <a:lnTo>
                  <a:pt x="276021" y="103505"/>
                </a:lnTo>
                <a:lnTo>
                  <a:pt x="255968" y="61849"/>
                </a:lnTo>
                <a:lnTo>
                  <a:pt x="225361" y="29082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448" y="3617976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551" y="2214753"/>
            <a:ext cx="107314" cy="16192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7972" y="496062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19"/>
                </a:lnTo>
                <a:lnTo>
                  <a:pt x="57848" y="28955"/>
                </a:lnTo>
                <a:lnTo>
                  <a:pt x="27241" y="61467"/>
                </a:lnTo>
                <a:lnTo>
                  <a:pt x="7188" y="102742"/>
                </a:lnTo>
                <a:lnTo>
                  <a:pt x="0" y="149986"/>
                </a:lnTo>
                <a:lnTo>
                  <a:pt x="7188" y="198119"/>
                </a:lnTo>
                <a:lnTo>
                  <a:pt x="27241" y="239775"/>
                </a:lnTo>
                <a:lnTo>
                  <a:pt x="57848" y="272541"/>
                </a:lnTo>
                <a:lnTo>
                  <a:pt x="96735" y="294004"/>
                </a:lnTo>
                <a:lnTo>
                  <a:pt x="141604" y="301624"/>
                </a:lnTo>
                <a:lnTo>
                  <a:pt x="186474" y="294004"/>
                </a:lnTo>
                <a:lnTo>
                  <a:pt x="225361" y="272541"/>
                </a:lnTo>
                <a:lnTo>
                  <a:pt x="255968" y="239775"/>
                </a:lnTo>
                <a:lnTo>
                  <a:pt x="276021" y="198119"/>
                </a:lnTo>
                <a:lnTo>
                  <a:pt x="283209" y="149986"/>
                </a:lnTo>
                <a:lnTo>
                  <a:pt x="276021" y="102742"/>
                </a:lnTo>
                <a:lnTo>
                  <a:pt x="255968" y="61467"/>
                </a:lnTo>
                <a:lnTo>
                  <a:pt x="225361" y="28955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7972" y="5326379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20"/>
                </a:lnTo>
                <a:lnTo>
                  <a:pt x="57848" y="28956"/>
                </a:lnTo>
                <a:lnTo>
                  <a:pt x="27241" y="61468"/>
                </a:lnTo>
                <a:lnTo>
                  <a:pt x="7188" y="102743"/>
                </a:lnTo>
                <a:lnTo>
                  <a:pt x="0" y="149987"/>
                </a:lnTo>
                <a:lnTo>
                  <a:pt x="7188" y="198120"/>
                </a:lnTo>
                <a:lnTo>
                  <a:pt x="27241" y="239776"/>
                </a:lnTo>
                <a:lnTo>
                  <a:pt x="57848" y="272542"/>
                </a:lnTo>
                <a:lnTo>
                  <a:pt x="96735" y="294005"/>
                </a:lnTo>
                <a:lnTo>
                  <a:pt x="141604" y="301625"/>
                </a:lnTo>
                <a:lnTo>
                  <a:pt x="186474" y="294005"/>
                </a:lnTo>
                <a:lnTo>
                  <a:pt x="225361" y="272542"/>
                </a:lnTo>
                <a:lnTo>
                  <a:pt x="255968" y="239776"/>
                </a:lnTo>
                <a:lnTo>
                  <a:pt x="276021" y="198120"/>
                </a:lnTo>
                <a:lnTo>
                  <a:pt x="283209" y="149987"/>
                </a:lnTo>
                <a:lnTo>
                  <a:pt x="276021" y="102743"/>
                </a:lnTo>
                <a:lnTo>
                  <a:pt x="255968" y="61468"/>
                </a:lnTo>
                <a:lnTo>
                  <a:pt x="225361" y="28956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7075" y="4658055"/>
            <a:ext cx="92075" cy="89344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1432"/>
            <a:ext cx="527303" cy="143255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3390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WORKFLOW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5695" y="1953590"/>
            <a:ext cx="146113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Dataflow</a:t>
            </a:r>
            <a:r>
              <a:rPr sz="1500" spc="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diagram: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2362200"/>
            <a:ext cx="533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4" y="4343400"/>
            <a:ext cx="545465" cy="548640"/>
          </a:xfrm>
          <a:custGeom>
            <a:avLst/>
            <a:gdLst/>
            <a:ahLst/>
            <a:cxnLst/>
            <a:rect l="l" t="t" r="r" b="b"/>
            <a:pathLst>
              <a:path w="545465" h="548639">
                <a:moveTo>
                  <a:pt x="272542" y="0"/>
                </a:moveTo>
                <a:lnTo>
                  <a:pt x="223494" y="4445"/>
                </a:lnTo>
                <a:lnTo>
                  <a:pt x="177355" y="17272"/>
                </a:lnTo>
                <a:lnTo>
                  <a:pt x="134886" y="37719"/>
                </a:lnTo>
                <a:lnTo>
                  <a:pt x="96862" y="64897"/>
                </a:lnTo>
                <a:lnTo>
                  <a:pt x="64033" y="98044"/>
                </a:lnTo>
                <a:lnTo>
                  <a:pt x="37160" y="136398"/>
                </a:lnTo>
                <a:lnTo>
                  <a:pt x="17030" y="179324"/>
                </a:lnTo>
                <a:lnTo>
                  <a:pt x="4381" y="225679"/>
                </a:lnTo>
                <a:lnTo>
                  <a:pt x="0" y="274955"/>
                </a:lnTo>
                <a:lnTo>
                  <a:pt x="4381" y="323723"/>
                </a:lnTo>
                <a:lnTo>
                  <a:pt x="17030" y="369824"/>
                </a:lnTo>
                <a:lnTo>
                  <a:pt x="37160" y="412369"/>
                </a:lnTo>
                <a:lnTo>
                  <a:pt x="64033" y="450595"/>
                </a:lnTo>
                <a:lnTo>
                  <a:pt x="96862" y="483616"/>
                </a:lnTo>
                <a:lnTo>
                  <a:pt x="134886" y="510794"/>
                </a:lnTo>
                <a:lnTo>
                  <a:pt x="177355" y="531113"/>
                </a:lnTo>
                <a:lnTo>
                  <a:pt x="223494" y="543941"/>
                </a:lnTo>
                <a:lnTo>
                  <a:pt x="272542" y="548386"/>
                </a:lnTo>
                <a:lnTo>
                  <a:pt x="321589" y="543941"/>
                </a:lnTo>
                <a:lnTo>
                  <a:pt x="367728" y="531113"/>
                </a:lnTo>
                <a:lnTo>
                  <a:pt x="410197" y="510794"/>
                </a:lnTo>
                <a:lnTo>
                  <a:pt x="448221" y="483616"/>
                </a:lnTo>
                <a:lnTo>
                  <a:pt x="481050" y="450595"/>
                </a:lnTo>
                <a:lnTo>
                  <a:pt x="507923" y="412369"/>
                </a:lnTo>
                <a:lnTo>
                  <a:pt x="528053" y="369824"/>
                </a:lnTo>
                <a:lnTo>
                  <a:pt x="540702" y="323723"/>
                </a:lnTo>
                <a:lnTo>
                  <a:pt x="545084" y="274955"/>
                </a:lnTo>
                <a:lnTo>
                  <a:pt x="540702" y="225679"/>
                </a:lnTo>
                <a:lnTo>
                  <a:pt x="528053" y="179324"/>
                </a:lnTo>
                <a:lnTo>
                  <a:pt x="507923" y="136398"/>
                </a:lnTo>
                <a:lnTo>
                  <a:pt x="481050" y="98044"/>
                </a:lnTo>
                <a:lnTo>
                  <a:pt x="448221" y="64897"/>
                </a:lnTo>
                <a:lnTo>
                  <a:pt x="410197" y="37719"/>
                </a:lnTo>
                <a:lnTo>
                  <a:pt x="367728" y="17272"/>
                </a:lnTo>
                <a:lnTo>
                  <a:pt x="321589" y="4445"/>
                </a:lnTo>
                <a:lnTo>
                  <a:pt x="27254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4424" y="1896334"/>
            <a:ext cx="1912620" cy="342646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565"/>
              </a:spcBef>
            </a:pP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Frontend:</a:t>
            </a:r>
            <a:endParaRPr sz="1500">
              <a:latin typeface="Calibri"/>
              <a:cs typeface="Calibri"/>
            </a:endParaRPr>
          </a:p>
          <a:p>
            <a:pPr marL="201930" indent="-147955">
              <a:lnSpc>
                <a:spcPct val="100000"/>
              </a:lnSpc>
              <a:spcBef>
                <a:spcPts val="465"/>
              </a:spcBef>
              <a:buSzPct val="93333"/>
              <a:buAutoNum type="arabicPeriod"/>
              <a:tabLst>
                <a:tab pos="201930" algn="l"/>
              </a:tabLst>
            </a:pPr>
            <a:r>
              <a:rPr sz="1500" spc="-10" dirty="0">
                <a:latin typeface="Calibri"/>
                <a:cs typeface="Calibri"/>
              </a:rPr>
              <a:t>HTML5</a:t>
            </a:r>
            <a:endParaRPr sz="1500">
              <a:latin typeface="Calibri"/>
              <a:cs typeface="Calibri"/>
            </a:endParaRPr>
          </a:p>
          <a:p>
            <a:pPr marL="196215" indent="-147955">
              <a:lnSpc>
                <a:spcPct val="100000"/>
              </a:lnSpc>
              <a:spcBef>
                <a:spcPts val="95"/>
              </a:spcBef>
              <a:buSzPct val="93333"/>
              <a:buAutoNum type="arabicPeriod"/>
              <a:tabLst>
                <a:tab pos="196215" algn="l"/>
              </a:tabLst>
            </a:pPr>
            <a:r>
              <a:rPr sz="1500" spc="-20" dirty="0">
                <a:latin typeface="Calibri"/>
                <a:cs typeface="Calibri"/>
              </a:rPr>
              <a:t>CSS3</a:t>
            </a:r>
            <a:endParaRPr sz="1500">
              <a:latin typeface="Calibri"/>
              <a:cs typeface="Calibri"/>
            </a:endParaRPr>
          </a:p>
          <a:p>
            <a:pPr marL="201930" indent="-147955">
              <a:lnSpc>
                <a:spcPct val="100000"/>
              </a:lnSpc>
              <a:spcBef>
                <a:spcPts val="5"/>
              </a:spcBef>
              <a:buSzPct val="93333"/>
              <a:buAutoNum type="arabicPeriod"/>
              <a:tabLst>
                <a:tab pos="201930" algn="l"/>
              </a:tabLst>
            </a:pPr>
            <a:r>
              <a:rPr sz="1500" spc="-10" dirty="0">
                <a:latin typeface="Calibri"/>
                <a:cs typeface="Calibri"/>
              </a:rPr>
              <a:t>Javascript</a:t>
            </a:r>
            <a:endParaRPr sz="1500">
              <a:latin typeface="Calibri"/>
              <a:cs typeface="Calibri"/>
            </a:endParaRPr>
          </a:p>
          <a:p>
            <a:pPr marL="53975">
              <a:lnSpc>
                <a:spcPct val="100000"/>
              </a:lnSpc>
              <a:spcBef>
                <a:spcPts val="1000"/>
              </a:spcBef>
            </a:pP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Backend:</a:t>
            </a:r>
            <a:endParaRPr sz="1500">
              <a:latin typeface="Calibri"/>
              <a:cs typeface="Calibri"/>
            </a:endParaRPr>
          </a:p>
          <a:p>
            <a:pPr marL="45720">
              <a:lnSpc>
                <a:spcPct val="100000"/>
              </a:lnSpc>
              <a:spcBef>
                <a:spcPts val="509"/>
              </a:spcBef>
            </a:pPr>
            <a:r>
              <a:rPr sz="1500" spc="-50" dirty="0">
                <a:latin typeface="Calibri"/>
                <a:cs typeface="Calibri"/>
              </a:rPr>
              <a:t>…</a:t>
            </a:r>
            <a:endParaRPr sz="1500">
              <a:latin typeface="Calibri"/>
              <a:cs typeface="Calibri"/>
            </a:endParaRPr>
          </a:p>
          <a:p>
            <a:pPr marL="85090">
              <a:lnSpc>
                <a:spcPct val="100000"/>
              </a:lnSpc>
              <a:spcBef>
                <a:spcPts val="1000"/>
              </a:spcBef>
            </a:pP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Tools:</a:t>
            </a:r>
            <a:endParaRPr sz="1500">
              <a:latin typeface="Calibri"/>
              <a:cs typeface="Calibri"/>
            </a:endParaRPr>
          </a:p>
          <a:p>
            <a:pPr marL="156845" lvl="1" indent="-147320">
              <a:lnSpc>
                <a:spcPct val="100000"/>
              </a:lnSpc>
              <a:spcBef>
                <a:spcPts val="545"/>
              </a:spcBef>
              <a:buSzPct val="93333"/>
              <a:buAutoNum type="arabicPeriod"/>
              <a:tabLst>
                <a:tab pos="156845" algn="l"/>
              </a:tabLst>
            </a:pPr>
            <a:r>
              <a:rPr sz="1500" dirty="0">
                <a:latin typeface="Calibri"/>
                <a:cs typeface="Calibri"/>
              </a:rPr>
              <a:t>Visual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Studio </a:t>
            </a:r>
            <a:r>
              <a:rPr sz="1500" spc="-20" dirty="0">
                <a:latin typeface="Calibri"/>
                <a:cs typeface="Calibri"/>
              </a:rPr>
              <a:t>Code</a:t>
            </a:r>
            <a:endParaRPr sz="1500">
              <a:latin typeface="Calibri"/>
              <a:cs typeface="Calibri"/>
            </a:endParaRPr>
          </a:p>
          <a:p>
            <a:pPr marL="158115" lvl="1" indent="-147320">
              <a:lnSpc>
                <a:spcPct val="100000"/>
              </a:lnSpc>
              <a:spcBef>
                <a:spcPts val="50"/>
              </a:spcBef>
              <a:buSzPct val="93333"/>
              <a:buAutoNum type="arabicPeriod"/>
              <a:tabLst>
                <a:tab pos="158115" algn="l"/>
              </a:tabLst>
            </a:pPr>
            <a:r>
              <a:rPr sz="1500" spc="-10" dirty="0">
                <a:latin typeface="Calibri"/>
                <a:cs typeface="Calibri"/>
              </a:rPr>
              <a:t>Notepad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Software</a:t>
            </a:r>
            <a:r>
              <a:rPr sz="1500" spc="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Requirements</a:t>
            </a:r>
            <a:r>
              <a:rPr sz="1500" spc="-10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  <a:p>
            <a:pPr marL="172720" lvl="2" indent="-142875">
              <a:lnSpc>
                <a:spcPct val="100000"/>
              </a:lnSpc>
              <a:spcBef>
                <a:spcPts val="775"/>
              </a:spcBef>
              <a:buSzPct val="90000"/>
              <a:buAutoNum type="arabicPeriod"/>
              <a:tabLst>
                <a:tab pos="172720" algn="l"/>
              </a:tabLst>
            </a:pPr>
            <a:r>
              <a:rPr sz="1500" spc="-10" dirty="0">
                <a:latin typeface="Calibri"/>
                <a:cs typeface="Calibri"/>
              </a:rPr>
              <a:t>Windows</a:t>
            </a:r>
            <a:endParaRPr sz="1500">
              <a:latin typeface="Calibri"/>
              <a:cs typeface="Calibri"/>
            </a:endParaRPr>
          </a:p>
          <a:p>
            <a:pPr marL="230504" lvl="2" indent="-190500">
              <a:lnSpc>
                <a:spcPct val="100000"/>
              </a:lnSpc>
              <a:spcBef>
                <a:spcPts val="95"/>
              </a:spcBef>
              <a:buSzPct val="90000"/>
              <a:buAutoNum type="arabicPeriod"/>
              <a:tabLst>
                <a:tab pos="230504" algn="l"/>
              </a:tabLst>
            </a:pPr>
            <a:r>
              <a:rPr sz="1500" dirty="0">
                <a:latin typeface="Calibri"/>
                <a:cs typeface="Calibri"/>
              </a:rPr>
              <a:t>Web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Browser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6448" y="288036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747"/>
                </a:lnTo>
                <a:lnTo>
                  <a:pt x="57848" y="29082"/>
                </a:lnTo>
                <a:lnTo>
                  <a:pt x="27241" y="61722"/>
                </a:lnTo>
                <a:lnTo>
                  <a:pt x="7188" y="103124"/>
                </a:lnTo>
                <a:lnTo>
                  <a:pt x="0" y="150622"/>
                </a:lnTo>
                <a:lnTo>
                  <a:pt x="7188" y="198247"/>
                </a:lnTo>
                <a:lnTo>
                  <a:pt x="27241" y="239649"/>
                </a:lnTo>
                <a:lnTo>
                  <a:pt x="57848" y="272288"/>
                </a:lnTo>
                <a:lnTo>
                  <a:pt x="96735" y="293624"/>
                </a:lnTo>
                <a:lnTo>
                  <a:pt x="141604" y="301370"/>
                </a:lnTo>
                <a:lnTo>
                  <a:pt x="186474" y="293624"/>
                </a:lnTo>
                <a:lnTo>
                  <a:pt x="225361" y="272288"/>
                </a:lnTo>
                <a:lnTo>
                  <a:pt x="255968" y="239649"/>
                </a:lnTo>
                <a:lnTo>
                  <a:pt x="276021" y="198247"/>
                </a:lnTo>
                <a:lnTo>
                  <a:pt x="283210" y="150622"/>
                </a:lnTo>
                <a:lnTo>
                  <a:pt x="276021" y="103124"/>
                </a:lnTo>
                <a:lnTo>
                  <a:pt x="255968" y="61722"/>
                </a:lnTo>
                <a:lnTo>
                  <a:pt x="225361" y="29082"/>
                </a:lnTo>
                <a:lnTo>
                  <a:pt x="186474" y="7747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8599" y="2948178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6448" y="2148839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3839" y="221475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6448" y="3249167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5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3"/>
                </a:lnTo>
                <a:lnTo>
                  <a:pt x="141604" y="298323"/>
                </a:lnTo>
                <a:lnTo>
                  <a:pt x="186474" y="290703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5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551" y="3315461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6448" y="2514600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8599" y="258051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6448" y="3983735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7075" y="4050284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6448" y="3617976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8599" y="3682746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7972" y="496062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19"/>
                </a:lnTo>
                <a:lnTo>
                  <a:pt x="57848" y="28955"/>
                </a:lnTo>
                <a:lnTo>
                  <a:pt x="27241" y="61467"/>
                </a:lnTo>
                <a:lnTo>
                  <a:pt x="7188" y="102742"/>
                </a:lnTo>
                <a:lnTo>
                  <a:pt x="0" y="149986"/>
                </a:lnTo>
                <a:lnTo>
                  <a:pt x="7188" y="198119"/>
                </a:lnTo>
                <a:lnTo>
                  <a:pt x="27241" y="239775"/>
                </a:lnTo>
                <a:lnTo>
                  <a:pt x="57848" y="272541"/>
                </a:lnTo>
                <a:lnTo>
                  <a:pt x="96735" y="294004"/>
                </a:lnTo>
                <a:lnTo>
                  <a:pt x="141604" y="301624"/>
                </a:lnTo>
                <a:lnTo>
                  <a:pt x="186474" y="294004"/>
                </a:lnTo>
                <a:lnTo>
                  <a:pt x="225361" y="272541"/>
                </a:lnTo>
                <a:lnTo>
                  <a:pt x="255968" y="239775"/>
                </a:lnTo>
                <a:lnTo>
                  <a:pt x="276021" y="198119"/>
                </a:lnTo>
                <a:lnTo>
                  <a:pt x="283209" y="149986"/>
                </a:lnTo>
                <a:lnTo>
                  <a:pt x="276021" y="102742"/>
                </a:lnTo>
                <a:lnTo>
                  <a:pt x="255968" y="61467"/>
                </a:lnTo>
                <a:lnTo>
                  <a:pt x="225361" y="28955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7075" y="5025897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7972" y="5326379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20"/>
                </a:lnTo>
                <a:lnTo>
                  <a:pt x="57848" y="28956"/>
                </a:lnTo>
                <a:lnTo>
                  <a:pt x="27241" y="61468"/>
                </a:lnTo>
                <a:lnTo>
                  <a:pt x="7188" y="102743"/>
                </a:lnTo>
                <a:lnTo>
                  <a:pt x="0" y="149987"/>
                </a:lnTo>
                <a:lnTo>
                  <a:pt x="7188" y="198120"/>
                </a:lnTo>
                <a:lnTo>
                  <a:pt x="27241" y="239776"/>
                </a:lnTo>
                <a:lnTo>
                  <a:pt x="57848" y="272542"/>
                </a:lnTo>
                <a:lnTo>
                  <a:pt x="96735" y="294005"/>
                </a:lnTo>
                <a:lnTo>
                  <a:pt x="141604" y="301625"/>
                </a:lnTo>
                <a:lnTo>
                  <a:pt x="186474" y="294005"/>
                </a:lnTo>
                <a:lnTo>
                  <a:pt x="225361" y="272542"/>
                </a:lnTo>
                <a:lnTo>
                  <a:pt x="255968" y="239776"/>
                </a:lnTo>
                <a:lnTo>
                  <a:pt x="276021" y="198120"/>
                </a:lnTo>
                <a:lnTo>
                  <a:pt x="283209" y="149987"/>
                </a:lnTo>
                <a:lnTo>
                  <a:pt x="276021" y="102743"/>
                </a:lnTo>
                <a:lnTo>
                  <a:pt x="255968" y="61468"/>
                </a:lnTo>
                <a:lnTo>
                  <a:pt x="225361" y="28956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7075" y="539356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551432"/>
            <a:ext cx="527303" cy="143255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3485">
              <a:lnSpc>
                <a:spcPct val="100000"/>
              </a:lnSpc>
              <a:spcBef>
                <a:spcPts val="90"/>
              </a:spcBef>
            </a:pPr>
            <a:r>
              <a:rPr spc="-30" dirty="0"/>
              <a:t>TECHNOLOGIES</a:t>
            </a:r>
            <a:r>
              <a:rPr spc="-55" dirty="0"/>
              <a:t> </a:t>
            </a:r>
            <a:r>
              <a:rPr spc="-20" dirty="0"/>
              <a:t>USED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4" y="4718303"/>
            <a:ext cx="545465" cy="545465"/>
          </a:xfrm>
          <a:custGeom>
            <a:avLst/>
            <a:gdLst/>
            <a:ahLst/>
            <a:cxnLst/>
            <a:rect l="l" t="t" r="r" b="b"/>
            <a:pathLst>
              <a:path w="545465" h="545464">
                <a:moveTo>
                  <a:pt x="272542" y="0"/>
                </a:moveTo>
                <a:lnTo>
                  <a:pt x="223494" y="4445"/>
                </a:lnTo>
                <a:lnTo>
                  <a:pt x="177355" y="17018"/>
                </a:lnTo>
                <a:lnTo>
                  <a:pt x="134886" y="37211"/>
                </a:lnTo>
                <a:lnTo>
                  <a:pt x="96862" y="64008"/>
                </a:lnTo>
                <a:lnTo>
                  <a:pt x="64033" y="96901"/>
                </a:lnTo>
                <a:lnTo>
                  <a:pt x="37160" y="134874"/>
                </a:lnTo>
                <a:lnTo>
                  <a:pt x="17030" y="177419"/>
                </a:lnTo>
                <a:lnTo>
                  <a:pt x="4381" y="223520"/>
                </a:lnTo>
                <a:lnTo>
                  <a:pt x="0" y="272542"/>
                </a:lnTo>
                <a:lnTo>
                  <a:pt x="4381" y="321564"/>
                </a:lnTo>
                <a:lnTo>
                  <a:pt x="17030" y="367665"/>
                </a:lnTo>
                <a:lnTo>
                  <a:pt x="37160" y="410210"/>
                </a:lnTo>
                <a:lnTo>
                  <a:pt x="64033" y="448183"/>
                </a:lnTo>
                <a:lnTo>
                  <a:pt x="96862" y="481076"/>
                </a:lnTo>
                <a:lnTo>
                  <a:pt x="134886" y="507873"/>
                </a:lnTo>
                <a:lnTo>
                  <a:pt x="177355" y="528066"/>
                </a:lnTo>
                <a:lnTo>
                  <a:pt x="223494" y="540639"/>
                </a:lnTo>
                <a:lnTo>
                  <a:pt x="272542" y="545084"/>
                </a:lnTo>
                <a:lnTo>
                  <a:pt x="321589" y="540639"/>
                </a:lnTo>
                <a:lnTo>
                  <a:pt x="367728" y="528066"/>
                </a:lnTo>
                <a:lnTo>
                  <a:pt x="410197" y="507873"/>
                </a:lnTo>
                <a:lnTo>
                  <a:pt x="448221" y="481076"/>
                </a:lnTo>
                <a:lnTo>
                  <a:pt x="481050" y="448183"/>
                </a:lnTo>
                <a:lnTo>
                  <a:pt x="507923" y="410210"/>
                </a:lnTo>
                <a:lnTo>
                  <a:pt x="528053" y="367665"/>
                </a:lnTo>
                <a:lnTo>
                  <a:pt x="540702" y="321564"/>
                </a:lnTo>
                <a:lnTo>
                  <a:pt x="545084" y="272542"/>
                </a:lnTo>
                <a:lnTo>
                  <a:pt x="540702" y="223520"/>
                </a:lnTo>
                <a:lnTo>
                  <a:pt x="528053" y="177419"/>
                </a:lnTo>
                <a:lnTo>
                  <a:pt x="507923" y="134874"/>
                </a:lnTo>
                <a:lnTo>
                  <a:pt x="481050" y="96901"/>
                </a:lnTo>
                <a:lnTo>
                  <a:pt x="448221" y="64008"/>
                </a:lnTo>
                <a:lnTo>
                  <a:pt x="410197" y="37211"/>
                </a:lnTo>
                <a:lnTo>
                  <a:pt x="367728" y="17018"/>
                </a:lnTo>
                <a:lnTo>
                  <a:pt x="321589" y="4445"/>
                </a:lnTo>
                <a:lnTo>
                  <a:pt x="27254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7263" y="4853685"/>
            <a:ext cx="12573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FFFCFC"/>
                </a:solidFill>
                <a:latin typeface="Tahoma"/>
                <a:cs typeface="Tahoma"/>
              </a:rPr>
              <a:t>8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6448" y="288036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747"/>
                </a:lnTo>
                <a:lnTo>
                  <a:pt x="57848" y="29082"/>
                </a:lnTo>
                <a:lnTo>
                  <a:pt x="27241" y="61722"/>
                </a:lnTo>
                <a:lnTo>
                  <a:pt x="7188" y="103124"/>
                </a:lnTo>
                <a:lnTo>
                  <a:pt x="0" y="150622"/>
                </a:lnTo>
                <a:lnTo>
                  <a:pt x="7188" y="198247"/>
                </a:lnTo>
                <a:lnTo>
                  <a:pt x="27241" y="239649"/>
                </a:lnTo>
                <a:lnTo>
                  <a:pt x="57848" y="272288"/>
                </a:lnTo>
                <a:lnTo>
                  <a:pt x="96735" y="293624"/>
                </a:lnTo>
                <a:lnTo>
                  <a:pt x="141604" y="301370"/>
                </a:lnTo>
                <a:lnTo>
                  <a:pt x="186474" y="293624"/>
                </a:lnTo>
                <a:lnTo>
                  <a:pt x="225361" y="272288"/>
                </a:lnTo>
                <a:lnTo>
                  <a:pt x="255968" y="239649"/>
                </a:lnTo>
                <a:lnTo>
                  <a:pt x="276021" y="198247"/>
                </a:lnTo>
                <a:lnTo>
                  <a:pt x="283210" y="150622"/>
                </a:lnTo>
                <a:lnTo>
                  <a:pt x="276021" y="103124"/>
                </a:lnTo>
                <a:lnTo>
                  <a:pt x="255968" y="61722"/>
                </a:lnTo>
                <a:lnTo>
                  <a:pt x="225361" y="29082"/>
                </a:lnTo>
                <a:lnTo>
                  <a:pt x="186474" y="7747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8599" y="2948178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6448" y="2148839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3839" y="221475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6448" y="3249167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5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3"/>
                </a:lnTo>
                <a:lnTo>
                  <a:pt x="141604" y="298323"/>
                </a:lnTo>
                <a:lnTo>
                  <a:pt x="186474" y="290703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5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551" y="3315461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6448" y="2514600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8599" y="258051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6448" y="3983735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7075" y="4050284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6448" y="3617976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8599" y="3682746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6448" y="4352544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6"/>
                </a:lnTo>
                <a:lnTo>
                  <a:pt x="7188" y="102107"/>
                </a:lnTo>
                <a:lnTo>
                  <a:pt x="0" y="149097"/>
                </a:lnTo>
                <a:lnTo>
                  <a:pt x="7188" y="196214"/>
                </a:lnTo>
                <a:lnTo>
                  <a:pt x="27241" y="237108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2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8"/>
                </a:lnTo>
                <a:lnTo>
                  <a:pt x="276021" y="196214"/>
                </a:lnTo>
                <a:lnTo>
                  <a:pt x="283210" y="149097"/>
                </a:lnTo>
                <a:lnTo>
                  <a:pt x="276021" y="102107"/>
                </a:lnTo>
                <a:lnTo>
                  <a:pt x="255968" y="61086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0123" y="4417567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7972" y="5326379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20"/>
                </a:lnTo>
                <a:lnTo>
                  <a:pt x="57848" y="28956"/>
                </a:lnTo>
                <a:lnTo>
                  <a:pt x="27241" y="61468"/>
                </a:lnTo>
                <a:lnTo>
                  <a:pt x="7188" y="102743"/>
                </a:lnTo>
                <a:lnTo>
                  <a:pt x="0" y="149987"/>
                </a:lnTo>
                <a:lnTo>
                  <a:pt x="7188" y="198120"/>
                </a:lnTo>
                <a:lnTo>
                  <a:pt x="27241" y="239776"/>
                </a:lnTo>
                <a:lnTo>
                  <a:pt x="57848" y="272542"/>
                </a:lnTo>
                <a:lnTo>
                  <a:pt x="96735" y="294005"/>
                </a:lnTo>
                <a:lnTo>
                  <a:pt x="141604" y="301625"/>
                </a:lnTo>
                <a:lnTo>
                  <a:pt x="186474" y="294005"/>
                </a:lnTo>
                <a:lnTo>
                  <a:pt x="225361" y="272542"/>
                </a:lnTo>
                <a:lnTo>
                  <a:pt x="255968" y="239776"/>
                </a:lnTo>
                <a:lnTo>
                  <a:pt x="276021" y="198120"/>
                </a:lnTo>
                <a:lnTo>
                  <a:pt x="283209" y="149987"/>
                </a:lnTo>
                <a:lnTo>
                  <a:pt x="276021" y="102743"/>
                </a:lnTo>
                <a:lnTo>
                  <a:pt x="255968" y="61468"/>
                </a:lnTo>
                <a:lnTo>
                  <a:pt x="225361" y="28956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7075" y="539356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057655"/>
            <a:ext cx="1088135" cy="5657088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13155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MODULE</a:t>
            </a:r>
            <a:r>
              <a:rPr spc="-120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240"/>
              </a:spcBef>
            </a:pPr>
            <a:r>
              <a:rPr sz="1500" b="1" dirty="0">
                <a:latin typeface="Calibri"/>
                <a:cs typeface="Calibri"/>
              </a:rPr>
              <a:t>Module</a:t>
            </a:r>
            <a:r>
              <a:rPr sz="1500" b="1" spc="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1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40" dirty="0">
                <a:latin typeface="Calibri"/>
                <a:cs typeface="Calibri"/>
              </a:rPr>
              <a:t> </a:t>
            </a:r>
            <a:r>
              <a:rPr dirty="0"/>
              <a:t>User</a:t>
            </a:r>
            <a:r>
              <a:rPr spc="-25" dirty="0"/>
              <a:t> </a:t>
            </a:r>
            <a:r>
              <a:rPr dirty="0"/>
              <a:t>Management</a:t>
            </a:r>
            <a:r>
              <a:rPr spc="-30" dirty="0"/>
              <a:t> </a:t>
            </a:r>
            <a:r>
              <a:rPr dirty="0"/>
              <a:t>Module</a:t>
            </a:r>
            <a:r>
              <a:rPr spc="-20" dirty="0"/>
              <a:t> </a:t>
            </a:r>
            <a:r>
              <a:rPr spc="-50" dirty="0"/>
              <a:t>:</a:t>
            </a:r>
            <a:endParaRPr sz="1500">
              <a:latin typeface="Calibri"/>
              <a:cs typeface="Calibri"/>
            </a:endParaRPr>
          </a:p>
          <a:p>
            <a:pPr marL="24765" marR="5080">
              <a:lnSpc>
                <a:spcPct val="100000"/>
              </a:lnSpc>
              <a:spcBef>
                <a:spcPts val="145"/>
              </a:spcBef>
            </a:pPr>
            <a:r>
              <a:rPr dirty="0"/>
              <a:t>Handles</a:t>
            </a:r>
            <a:r>
              <a:rPr spc="-15" dirty="0"/>
              <a:t> </a:t>
            </a:r>
            <a:r>
              <a:rPr dirty="0"/>
              <a:t>user</a:t>
            </a:r>
            <a:r>
              <a:rPr spc="-25" dirty="0"/>
              <a:t> </a:t>
            </a:r>
            <a:r>
              <a:rPr dirty="0"/>
              <a:t>registration,</a:t>
            </a:r>
            <a:r>
              <a:rPr spc="-35" dirty="0"/>
              <a:t> </a:t>
            </a:r>
            <a:r>
              <a:rPr spc="-10" dirty="0"/>
              <a:t>authentication,</a:t>
            </a:r>
            <a:r>
              <a:rPr spc="-6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role-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access</a:t>
            </a:r>
            <a:r>
              <a:rPr spc="-55" dirty="0"/>
              <a:t> </a:t>
            </a:r>
            <a:r>
              <a:rPr dirty="0"/>
              <a:t>control.</a:t>
            </a:r>
            <a:r>
              <a:rPr spc="-1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manages</a:t>
            </a:r>
            <a:r>
              <a:rPr spc="-35" dirty="0"/>
              <a:t> </a:t>
            </a:r>
            <a:r>
              <a:rPr spc="-10" dirty="0"/>
              <a:t>different </a:t>
            </a:r>
            <a:r>
              <a:rPr dirty="0"/>
              <a:t>user</a:t>
            </a:r>
            <a:r>
              <a:rPr spc="-45" dirty="0"/>
              <a:t> </a:t>
            </a:r>
            <a:r>
              <a:rPr dirty="0"/>
              <a:t>types</a:t>
            </a:r>
            <a:r>
              <a:rPr spc="-5" dirty="0"/>
              <a:t> </a:t>
            </a:r>
            <a:r>
              <a:rPr dirty="0"/>
              <a:t>such</a:t>
            </a:r>
            <a:r>
              <a:rPr spc="-65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quiz</a:t>
            </a:r>
            <a:r>
              <a:rPr spc="-25" dirty="0"/>
              <a:t> </a:t>
            </a:r>
            <a:r>
              <a:rPr dirty="0"/>
              <a:t>takers</a:t>
            </a:r>
            <a:r>
              <a:rPr spc="-5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administrators,</a:t>
            </a:r>
            <a:r>
              <a:rPr spc="-95" dirty="0"/>
              <a:t> </a:t>
            </a:r>
            <a:r>
              <a:rPr dirty="0"/>
              <a:t>ensuring</a:t>
            </a:r>
            <a:r>
              <a:rPr spc="-45" dirty="0"/>
              <a:t> </a:t>
            </a:r>
            <a:r>
              <a:rPr dirty="0"/>
              <a:t>secure</a:t>
            </a:r>
            <a:r>
              <a:rPr spc="-45" dirty="0"/>
              <a:t> </a:t>
            </a:r>
            <a:r>
              <a:rPr dirty="0"/>
              <a:t>login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personalized </a:t>
            </a:r>
            <a:r>
              <a:rPr dirty="0"/>
              <a:t>access</a:t>
            </a:r>
            <a:r>
              <a:rPr spc="-60" dirty="0"/>
              <a:t> </a:t>
            </a:r>
            <a:r>
              <a:rPr dirty="0"/>
              <a:t>to </a:t>
            </a:r>
            <a:r>
              <a:rPr spc="-10" dirty="0"/>
              <a:t>features.</a:t>
            </a:r>
          </a:p>
          <a:p>
            <a:pPr marL="12700">
              <a:lnSpc>
                <a:spcPts val="1900"/>
              </a:lnSpc>
            </a:pPr>
            <a:r>
              <a:rPr sz="1500" b="1" dirty="0">
                <a:latin typeface="Calibri"/>
                <a:cs typeface="Calibri"/>
              </a:rPr>
              <a:t>Module</a:t>
            </a:r>
            <a:r>
              <a:rPr sz="1500" b="1" spc="40" dirty="0">
                <a:latin typeface="Calibri"/>
                <a:cs typeface="Calibri"/>
              </a:rPr>
              <a:t> </a:t>
            </a:r>
            <a:r>
              <a:rPr sz="1500" b="1" spc="45" dirty="0">
                <a:latin typeface="Calibri"/>
                <a:cs typeface="Calibri"/>
              </a:rPr>
              <a:t>2:</a:t>
            </a:r>
            <a:r>
              <a:rPr sz="1500" b="1" spc="170" dirty="0">
                <a:latin typeface="Calibri"/>
                <a:cs typeface="Calibri"/>
              </a:rPr>
              <a:t> </a:t>
            </a:r>
            <a:r>
              <a:rPr b="1" dirty="0">
                <a:latin typeface="Arial"/>
                <a:cs typeface="Arial"/>
              </a:rPr>
              <a:t>Quiz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Creation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Management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Module:</a:t>
            </a:r>
            <a:endParaRPr sz="1500">
              <a:latin typeface="Arial"/>
              <a:cs typeface="Arial"/>
            </a:endParaRPr>
          </a:p>
          <a:p>
            <a:pPr marL="12700" marR="115570">
              <a:lnSpc>
                <a:spcPct val="100000"/>
              </a:lnSpc>
              <a:spcBef>
                <a:spcPts val="25"/>
              </a:spcBef>
            </a:pPr>
            <a:r>
              <a:rPr dirty="0"/>
              <a:t>Allows</a:t>
            </a:r>
            <a:r>
              <a:rPr spc="-60" dirty="0"/>
              <a:t> </a:t>
            </a:r>
            <a:r>
              <a:rPr dirty="0"/>
              <a:t>administrators</a:t>
            </a:r>
            <a:r>
              <a:rPr spc="-8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create,</a:t>
            </a:r>
            <a:r>
              <a:rPr spc="-30" dirty="0"/>
              <a:t> </a:t>
            </a:r>
            <a:r>
              <a:rPr dirty="0"/>
              <a:t>edit,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organize</a:t>
            </a:r>
            <a:r>
              <a:rPr spc="-30" dirty="0"/>
              <a:t> </a:t>
            </a:r>
            <a:r>
              <a:rPr dirty="0"/>
              <a:t>quizzes.</a:t>
            </a:r>
            <a:r>
              <a:rPr spc="-35" dirty="0"/>
              <a:t> </a:t>
            </a:r>
            <a:r>
              <a:rPr dirty="0"/>
              <a:t>Supports</a:t>
            </a:r>
            <a:r>
              <a:rPr spc="-55" dirty="0"/>
              <a:t> </a:t>
            </a:r>
            <a:r>
              <a:rPr dirty="0"/>
              <a:t>multiple</a:t>
            </a:r>
            <a:r>
              <a:rPr spc="-95" dirty="0"/>
              <a:t> </a:t>
            </a:r>
            <a:r>
              <a:rPr dirty="0"/>
              <a:t>question</a:t>
            </a:r>
            <a:r>
              <a:rPr spc="-75" dirty="0"/>
              <a:t> </a:t>
            </a:r>
            <a:r>
              <a:rPr spc="-10" dirty="0"/>
              <a:t>types </a:t>
            </a:r>
            <a:r>
              <a:rPr dirty="0"/>
              <a:t>(e.g.,</a:t>
            </a:r>
            <a:r>
              <a:rPr spc="-40" dirty="0"/>
              <a:t> </a:t>
            </a:r>
            <a:r>
              <a:rPr dirty="0"/>
              <a:t>multiple</a:t>
            </a:r>
            <a:r>
              <a:rPr spc="-95" dirty="0"/>
              <a:t> </a:t>
            </a:r>
            <a:r>
              <a:rPr dirty="0"/>
              <a:t>choice,</a:t>
            </a:r>
            <a:r>
              <a:rPr spc="-60" dirty="0"/>
              <a:t> </a:t>
            </a:r>
            <a:r>
              <a:rPr dirty="0"/>
              <a:t>true/false)</a:t>
            </a:r>
            <a:r>
              <a:rPr spc="-5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categorizes</a:t>
            </a:r>
            <a:r>
              <a:rPr spc="-30" dirty="0"/>
              <a:t> </a:t>
            </a:r>
            <a:r>
              <a:rPr dirty="0"/>
              <a:t>quizzes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easy</a:t>
            </a:r>
            <a:r>
              <a:rPr spc="-55" dirty="0"/>
              <a:t> </a:t>
            </a:r>
            <a:r>
              <a:rPr dirty="0"/>
              <a:t>navigation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dynamic rendering.</a:t>
            </a:r>
          </a:p>
          <a:p>
            <a:pPr marL="12700">
              <a:lnSpc>
                <a:spcPts val="1875"/>
              </a:lnSpc>
            </a:pPr>
            <a:r>
              <a:rPr b="1" dirty="0">
                <a:latin typeface="Calibri"/>
                <a:cs typeface="Calibri"/>
              </a:rPr>
              <a:t>Module</a:t>
            </a:r>
            <a:r>
              <a:rPr b="1" spc="60" dirty="0">
                <a:latin typeface="Calibri"/>
                <a:cs typeface="Calibri"/>
              </a:rPr>
              <a:t> </a:t>
            </a:r>
            <a:r>
              <a:rPr b="1" spc="45" dirty="0">
                <a:latin typeface="Calibri"/>
                <a:cs typeface="Calibri"/>
              </a:rPr>
              <a:t>2:</a:t>
            </a:r>
            <a:r>
              <a:rPr b="1" spc="70" dirty="0">
                <a:latin typeface="Calibri"/>
                <a:cs typeface="Calibri"/>
              </a:rPr>
              <a:t> </a:t>
            </a:r>
            <a:r>
              <a:rPr b="1" dirty="0">
                <a:latin typeface="Arial"/>
                <a:cs typeface="Arial"/>
              </a:rPr>
              <a:t>Quiz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Evaluation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Result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Module</a:t>
            </a:r>
          </a:p>
          <a:p>
            <a:pPr marL="12700" marR="408305">
              <a:lnSpc>
                <a:spcPct val="100000"/>
              </a:lnSpc>
              <a:spcBef>
                <a:spcPts val="45"/>
              </a:spcBef>
            </a:pPr>
            <a:r>
              <a:rPr dirty="0"/>
              <a:t>Automates</a:t>
            </a:r>
            <a:r>
              <a:rPr spc="-7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evaluation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quiz</a:t>
            </a:r>
            <a:r>
              <a:rPr spc="-30" dirty="0"/>
              <a:t> </a:t>
            </a:r>
            <a:r>
              <a:rPr dirty="0"/>
              <a:t>submissions,</a:t>
            </a:r>
            <a:r>
              <a:rPr spc="-70" dirty="0"/>
              <a:t> </a:t>
            </a:r>
            <a:r>
              <a:rPr dirty="0"/>
              <a:t>calculates</a:t>
            </a:r>
            <a:r>
              <a:rPr spc="-95" dirty="0"/>
              <a:t> </a:t>
            </a:r>
            <a:r>
              <a:rPr dirty="0"/>
              <a:t>scores</a:t>
            </a:r>
            <a:r>
              <a:rPr spc="-50" dirty="0"/>
              <a:t> </a:t>
            </a:r>
            <a:r>
              <a:rPr dirty="0"/>
              <a:t>instantly,</a:t>
            </a:r>
            <a:r>
              <a:rPr spc="-5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stores</a:t>
            </a:r>
            <a:r>
              <a:rPr spc="-50" dirty="0"/>
              <a:t> </a:t>
            </a:r>
            <a:r>
              <a:rPr spc="-25" dirty="0"/>
              <a:t>the </a:t>
            </a:r>
            <a:r>
              <a:rPr dirty="0"/>
              <a:t>results</a:t>
            </a:r>
            <a:r>
              <a:rPr spc="-60" dirty="0"/>
              <a:t> </a:t>
            </a:r>
            <a:r>
              <a:rPr dirty="0"/>
              <a:t>securely.</a:t>
            </a:r>
            <a:r>
              <a:rPr spc="-30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also</a:t>
            </a:r>
            <a:r>
              <a:rPr spc="-70" dirty="0"/>
              <a:t> </a:t>
            </a:r>
            <a:r>
              <a:rPr dirty="0"/>
              <a:t>provides</a:t>
            </a:r>
            <a:r>
              <a:rPr spc="-10" dirty="0"/>
              <a:t> </a:t>
            </a:r>
            <a:r>
              <a:rPr dirty="0"/>
              <a:t>feedback</a:t>
            </a:r>
            <a:r>
              <a:rPr spc="-5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users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maintains</a:t>
            </a:r>
            <a:r>
              <a:rPr spc="-105" dirty="0"/>
              <a:t> </a:t>
            </a:r>
            <a:r>
              <a:rPr dirty="0"/>
              <a:t>detailed</a:t>
            </a:r>
            <a:r>
              <a:rPr spc="-45" dirty="0"/>
              <a:t> </a:t>
            </a:r>
            <a:r>
              <a:rPr dirty="0"/>
              <a:t>records</a:t>
            </a:r>
            <a:r>
              <a:rPr spc="-35" dirty="0"/>
              <a:t> </a:t>
            </a:r>
            <a:r>
              <a:rPr spc="-25" dirty="0"/>
              <a:t>for </a:t>
            </a:r>
            <a:r>
              <a:rPr dirty="0"/>
              <a:t>administrative</a:t>
            </a:r>
            <a:r>
              <a:rPr spc="-75" dirty="0"/>
              <a:t> </a:t>
            </a:r>
            <a:r>
              <a:rPr spc="-10" dirty="0"/>
              <a:t>reporting.</a:t>
            </a:r>
          </a:p>
          <a:p>
            <a:pPr marL="12700">
              <a:lnSpc>
                <a:spcPts val="1875"/>
              </a:lnSpc>
            </a:pPr>
            <a:r>
              <a:rPr b="1" dirty="0">
                <a:latin typeface="Calibri"/>
                <a:cs typeface="Calibri"/>
              </a:rPr>
              <a:t>Module</a:t>
            </a:r>
            <a:r>
              <a:rPr b="1" spc="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4:</a:t>
            </a:r>
            <a:r>
              <a:rPr b="1" spc="165" dirty="0">
                <a:latin typeface="Calibri"/>
                <a:cs typeface="Calibri"/>
              </a:rPr>
              <a:t> </a:t>
            </a:r>
            <a:r>
              <a:rPr b="1" dirty="0">
                <a:latin typeface="Arial"/>
                <a:cs typeface="Arial"/>
              </a:rPr>
              <a:t>Certificate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Generation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Module</a:t>
            </a:r>
          </a:p>
          <a:p>
            <a:pPr marL="12700" marR="600075">
              <a:lnSpc>
                <a:spcPct val="100000"/>
              </a:lnSpc>
              <a:spcBef>
                <a:spcPts val="55"/>
              </a:spcBef>
            </a:pPr>
            <a:r>
              <a:rPr dirty="0"/>
              <a:t>Generates</a:t>
            </a:r>
            <a:r>
              <a:rPr spc="-45" dirty="0"/>
              <a:t> </a:t>
            </a:r>
            <a:r>
              <a:rPr dirty="0"/>
              <a:t>personalized</a:t>
            </a:r>
            <a:r>
              <a:rPr spc="-60" dirty="0"/>
              <a:t> </a:t>
            </a:r>
            <a:r>
              <a:rPr dirty="0"/>
              <a:t>PDF</a:t>
            </a:r>
            <a:r>
              <a:rPr spc="-50" dirty="0"/>
              <a:t> </a:t>
            </a:r>
            <a:r>
              <a:rPr dirty="0"/>
              <a:t>certificates</a:t>
            </a:r>
            <a:r>
              <a:rPr spc="-105" dirty="0"/>
              <a:t> </a:t>
            </a:r>
            <a:r>
              <a:rPr dirty="0"/>
              <a:t>automatically</a:t>
            </a:r>
            <a:r>
              <a:rPr spc="-11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users</a:t>
            </a:r>
            <a:r>
              <a:rPr spc="-40" dirty="0"/>
              <a:t> </a:t>
            </a:r>
            <a:r>
              <a:rPr dirty="0"/>
              <a:t>who</a:t>
            </a:r>
            <a:r>
              <a:rPr spc="-15" dirty="0"/>
              <a:t> </a:t>
            </a:r>
            <a:r>
              <a:rPr dirty="0"/>
              <a:t>successfully</a:t>
            </a:r>
            <a:r>
              <a:rPr spc="-110" dirty="0"/>
              <a:t> </a:t>
            </a:r>
            <a:r>
              <a:rPr spc="-20" dirty="0"/>
              <a:t>pass </a:t>
            </a:r>
            <a:r>
              <a:rPr spc="-10" dirty="0"/>
              <a:t>quizzes.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4" y="4718303"/>
            <a:ext cx="545465" cy="545465"/>
          </a:xfrm>
          <a:custGeom>
            <a:avLst/>
            <a:gdLst/>
            <a:ahLst/>
            <a:cxnLst/>
            <a:rect l="l" t="t" r="r" b="b"/>
            <a:pathLst>
              <a:path w="545465" h="545464">
                <a:moveTo>
                  <a:pt x="272542" y="0"/>
                </a:moveTo>
                <a:lnTo>
                  <a:pt x="223494" y="4445"/>
                </a:lnTo>
                <a:lnTo>
                  <a:pt x="177355" y="17018"/>
                </a:lnTo>
                <a:lnTo>
                  <a:pt x="134886" y="37211"/>
                </a:lnTo>
                <a:lnTo>
                  <a:pt x="96862" y="64008"/>
                </a:lnTo>
                <a:lnTo>
                  <a:pt x="64033" y="96901"/>
                </a:lnTo>
                <a:lnTo>
                  <a:pt x="37160" y="134874"/>
                </a:lnTo>
                <a:lnTo>
                  <a:pt x="17030" y="177419"/>
                </a:lnTo>
                <a:lnTo>
                  <a:pt x="4381" y="223520"/>
                </a:lnTo>
                <a:lnTo>
                  <a:pt x="0" y="272542"/>
                </a:lnTo>
                <a:lnTo>
                  <a:pt x="4381" y="321564"/>
                </a:lnTo>
                <a:lnTo>
                  <a:pt x="17030" y="367665"/>
                </a:lnTo>
                <a:lnTo>
                  <a:pt x="37160" y="410210"/>
                </a:lnTo>
                <a:lnTo>
                  <a:pt x="64033" y="448183"/>
                </a:lnTo>
                <a:lnTo>
                  <a:pt x="96862" y="481076"/>
                </a:lnTo>
                <a:lnTo>
                  <a:pt x="134886" y="507873"/>
                </a:lnTo>
                <a:lnTo>
                  <a:pt x="177355" y="528066"/>
                </a:lnTo>
                <a:lnTo>
                  <a:pt x="223494" y="540639"/>
                </a:lnTo>
                <a:lnTo>
                  <a:pt x="272542" y="545084"/>
                </a:lnTo>
                <a:lnTo>
                  <a:pt x="321589" y="540639"/>
                </a:lnTo>
                <a:lnTo>
                  <a:pt x="367728" y="528066"/>
                </a:lnTo>
                <a:lnTo>
                  <a:pt x="410197" y="507873"/>
                </a:lnTo>
                <a:lnTo>
                  <a:pt x="448221" y="481076"/>
                </a:lnTo>
                <a:lnTo>
                  <a:pt x="481050" y="448183"/>
                </a:lnTo>
                <a:lnTo>
                  <a:pt x="507923" y="410210"/>
                </a:lnTo>
                <a:lnTo>
                  <a:pt x="528053" y="367665"/>
                </a:lnTo>
                <a:lnTo>
                  <a:pt x="540702" y="321564"/>
                </a:lnTo>
                <a:lnTo>
                  <a:pt x="545084" y="272542"/>
                </a:lnTo>
                <a:lnTo>
                  <a:pt x="540702" y="223520"/>
                </a:lnTo>
                <a:lnTo>
                  <a:pt x="528053" y="177419"/>
                </a:lnTo>
                <a:lnTo>
                  <a:pt x="507923" y="134874"/>
                </a:lnTo>
                <a:lnTo>
                  <a:pt x="481050" y="96901"/>
                </a:lnTo>
                <a:lnTo>
                  <a:pt x="448221" y="64008"/>
                </a:lnTo>
                <a:lnTo>
                  <a:pt x="410197" y="37211"/>
                </a:lnTo>
                <a:lnTo>
                  <a:pt x="367728" y="17018"/>
                </a:lnTo>
                <a:lnTo>
                  <a:pt x="321589" y="4445"/>
                </a:lnTo>
                <a:lnTo>
                  <a:pt x="27254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6448" y="288036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747"/>
                </a:lnTo>
                <a:lnTo>
                  <a:pt x="57848" y="29082"/>
                </a:lnTo>
                <a:lnTo>
                  <a:pt x="27241" y="61722"/>
                </a:lnTo>
                <a:lnTo>
                  <a:pt x="7188" y="103124"/>
                </a:lnTo>
                <a:lnTo>
                  <a:pt x="0" y="150622"/>
                </a:lnTo>
                <a:lnTo>
                  <a:pt x="7188" y="198247"/>
                </a:lnTo>
                <a:lnTo>
                  <a:pt x="27241" y="239649"/>
                </a:lnTo>
                <a:lnTo>
                  <a:pt x="57848" y="272288"/>
                </a:lnTo>
                <a:lnTo>
                  <a:pt x="96735" y="293624"/>
                </a:lnTo>
                <a:lnTo>
                  <a:pt x="141604" y="301370"/>
                </a:lnTo>
                <a:lnTo>
                  <a:pt x="186474" y="293624"/>
                </a:lnTo>
                <a:lnTo>
                  <a:pt x="225361" y="272288"/>
                </a:lnTo>
                <a:lnTo>
                  <a:pt x="255968" y="239649"/>
                </a:lnTo>
                <a:lnTo>
                  <a:pt x="276021" y="198247"/>
                </a:lnTo>
                <a:lnTo>
                  <a:pt x="283210" y="150622"/>
                </a:lnTo>
                <a:lnTo>
                  <a:pt x="276021" y="103124"/>
                </a:lnTo>
                <a:lnTo>
                  <a:pt x="255968" y="61722"/>
                </a:lnTo>
                <a:lnTo>
                  <a:pt x="225361" y="29082"/>
                </a:lnTo>
                <a:lnTo>
                  <a:pt x="186474" y="7747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6448" y="2148839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3839" y="221475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6448" y="3249167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5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3"/>
                </a:lnTo>
                <a:lnTo>
                  <a:pt x="141604" y="298323"/>
                </a:lnTo>
                <a:lnTo>
                  <a:pt x="186474" y="290703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5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6448" y="2514600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6448" y="3983735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448" y="3617976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6448" y="4352544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6"/>
                </a:lnTo>
                <a:lnTo>
                  <a:pt x="7188" y="102107"/>
                </a:lnTo>
                <a:lnTo>
                  <a:pt x="0" y="149097"/>
                </a:lnTo>
                <a:lnTo>
                  <a:pt x="7188" y="196214"/>
                </a:lnTo>
                <a:lnTo>
                  <a:pt x="27241" y="237108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2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8"/>
                </a:lnTo>
                <a:lnTo>
                  <a:pt x="276021" y="196214"/>
                </a:lnTo>
                <a:lnTo>
                  <a:pt x="283210" y="149097"/>
                </a:lnTo>
                <a:lnTo>
                  <a:pt x="276021" y="102107"/>
                </a:lnTo>
                <a:lnTo>
                  <a:pt x="255968" y="61086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7972" y="5326379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20"/>
                </a:lnTo>
                <a:lnTo>
                  <a:pt x="57848" y="28956"/>
                </a:lnTo>
                <a:lnTo>
                  <a:pt x="27241" y="61468"/>
                </a:lnTo>
                <a:lnTo>
                  <a:pt x="7188" y="102743"/>
                </a:lnTo>
                <a:lnTo>
                  <a:pt x="0" y="149987"/>
                </a:lnTo>
                <a:lnTo>
                  <a:pt x="7188" y="198120"/>
                </a:lnTo>
                <a:lnTo>
                  <a:pt x="27241" y="239776"/>
                </a:lnTo>
                <a:lnTo>
                  <a:pt x="57848" y="272542"/>
                </a:lnTo>
                <a:lnTo>
                  <a:pt x="96735" y="294005"/>
                </a:lnTo>
                <a:lnTo>
                  <a:pt x="141604" y="301625"/>
                </a:lnTo>
                <a:lnTo>
                  <a:pt x="186474" y="294005"/>
                </a:lnTo>
                <a:lnTo>
                  <a:pt x="225361" y="272542"/>
                </a:lnTo>
                <a:lnTo>
                  <a:pt x="255968" y="239776"/>
                </a:lnTo>
                <a:lnTo>
                  <a:pt x="276021" y="198120"/>
                </a:lnTo>
                <a:lnTo>
                  <a:pt x="283209" y="149987"/>
                </a:lnTo>
                <a:lnTo>
                  <a:pt x="276021" y="102743"/>
                </a:lnTo>
                <a:lnTo>
                  <a:pt x="255968" y="61468"/>
                </a:lnTo>
                <a:lnTo>
                  <a:pt x="225361" y="28956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3359" y="2580513"/>
            <a:ext cx="130810" cy="29546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00">
              <a:latin typeface="Tahoma"/>
              <a:cs typeface="Tahoma"/>
            </a:endParaRPr>
          </a:p>
          <a:p>
            <a:pPr marL="24765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900">
              <a:latin typeface="Tahoma"/>
              <a:cs typeface="Tahoma"/>
            </a:endParaRPr>
          </a:p>
          <a:p>
            <a:pPr marL="30480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3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71600" y="1057655"/>
            <a:ext cx="8686800" cy="5657215"/>
            <a:chOff x="1371600" y="1057655"/>
            <a:chExt cx="8686800" cy="565721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0264" y="1057655"/>
              <a:ext cx="1088135" cy="56570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2514600"/>
              <a:ext cx="7943088" cy="292608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90"/>
              </a:spcBef>
            </a:pPr>
            <a:r>
              <a:rPr spc="-60" dirty="0"/>
              <a:t>IMPLEMENTATION</a:t>
            </a:r>
            <a:r>
              <a:rPr spc="-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73783" y="2064842"/>
            <a:ext cx="92138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Login</a:t>
            </a:r>
            <a:r>
              <a:rPr sz="1500" spc="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Page: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4" y="4718303"/>
            <a:ext cx="545465" cy="545465"/>
          </a:xfrm>
          <a:custGeom>
            <a:avLst/>
            <a:gdLst/>
            <a:ahLst/>
            <a:cxnLst/>
            <a:rect l="l" t="t" r="r" b="b"/>
            <a:pathLst>
              <a:path w="545465" h="545464">
                <a:moveTo>
                  <a:pt x="272542" y="0"/>
                </a:moveTo>
                <a:lnTo>
                  <a:pt x="223494" y="4445"/>
                </a:lnTo>
                <a:lnTo>
                  <a:pt x="177355" y="17018"/>
                </a:lnTo>
                <a:lnTo>
                  <a:pt x="134886" y="37211"/>
                </a:lnTo>
                <a:lnTo>
                  <a:pt x="96862" y="64008"/>
                </a:lnTo>
                <a:lnTo>
                  <a:pt x="64033" y="96901"/>
                </a:lnTo>
                <a:lnTo>
                  <a:pt x="37160" y="134874"/>
                </a:lnTo>
                <a:lnTo>
                  <a:pt x="17030" y="177419"/>
                </a:lnTo>
                <a:lnTo>
                  <a:pt x="4381" y="223520"/>
                </a:lnTo>
                <a:lnTo>
                  <a:pt x="0" y="272542"/>
                </a:lnTo>
                <a:lnTo>
                  <a:pt x="4381" y="321564"/>
                </a:lnTo>
                <a:lnTo>
                  <a:pt x="17030" y="367665"/>
                </a:lnTo>
                <a:lnTo>
                  <a:pt x="37160" y="410210"/>
                </a:lnTo>
                <a:lnTo>
                  <a:pt x="64033" y="448183"/>
                </a:lnTo>
                <a:lnTo>
                  <a:pt x="96862" y="481076"/>
                </a:lnTo>
                <a:lnTo>
                  <a:pt x="134886" y="507873"/>
                </a:lnTo>
                <a:lnTo>
                  <a:pt x="177355" y="528066"/>
                </a:lnTo>
                <a:lnTo>
                  <a:pt x="223494" y="540639"/>
                </a:lnTo>
                <a:lnTo>
                  <a:pt x="272542" y="545084"/>
                </a:lnTo>
                <a:lnTo>
                  <a:pt x="321589" y="540639"/>
                </a:lnTo>
                <a:lnTo>
                  <a:pt x="367728" y="528066"/>
                </a:lnTo>
                <a:lnTo>
                  <a:pt x="410197" y="507873"/>
                </a:lnTo>
                <a:lnTo>
                  <a:pt x="448221" y="481076"/>
                </a:lnTo>
                <a:lnTo>
                  <a:pt x="481050" y="448183"/>
                </a:lnTo>
                <a:lnTo>
                  <a:pt x="507923" y="410210"/>
                </a:lnTo>
                <a:lnTo>
                  <a:pt x="528053" y="367665"/>
                </a:lnTo>
                <a:lnTo>
                  <a:pt x="540702" y="321564"/>
                </a:lnTo>
                <a:lnTo>
                  <a:pt x="545084" y="272542"/>
                </a:lnTo>
                <a:lnTo>
                  <a:pt x="540702" y="223520"/>
                </a:lnTo>
                <a:lnTo>
                  <a:pt x="528053" y="177419"/>
                </a:lnTo>
                <a:lnTo>
                  <a:pt x="507923" y="134874"/>
                </a:lnTo>
                <a:lnTo>
                  <a:pt x="481050" y="96901"/>
                </a:lnTo>
                <a:lnTo>
                  <a:pt x="448221" y="64008"/>
                </a:lnTo>
                <a:lnTo>
                  <a:pt x="410197" y="37211"/>
                </a:lnTo>
                <a:lnTo>
                  <a:pt x="367728" y="17018"/>
                </a:lnTo>
                <a:lnTo>
                  <a:pt x="321589" y="4445"/>
                </a:lnTo>
                <a:lnTo>
                  <a:pt x="27254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6448" y="288036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747"/>
                </a:lnTo>
                <a:lnTo>
                  <a:pt x="57848" y="29082"/>
                </a:lnTo>
                <a:lnTo>
                  <a:pt x="27241" y="61722"/>
                </a:lnTo>
                <a:lnTo>
                  <a:pt x="7188" y="103124"/>
                </a:lnTo>
                <a:lnTo>
                  <a:pt x="0" y="150622"/>
                </a:lnTo>
                <a:lnTo>
                  <a:pt x="7188" y="198247"/>
                </a:lnTo>
                <a:lnTo>
                  <a:pt x="27241" y="239649"/>
                </a:lnTo>
                <a:lnTo>
                  <a:pt x="57848" y="272288"/>
                </a:lnTo>
                <a:lnTo>
                  <a:pt x="96735" y="293624"/>
                </a:lnTo>
                <a:lnTo>
                  <a:pt x="141604" y="301370"/>
                </a:lnTo>
                <a:lnTo>
                  <a:pt x="186474" y="293624"/>
                </a:lnTo>
                <a:lnTo>
                  <a:pt x="225361" y="272288"/>
                </a:lnTo>
                <a:lnTo>
                  <a:pt x="255968" y="239649"/>
                </a:lnTo>
                <a:lnTo>
                  <a:pt x="276021" y="198247"/>
                </a:lnTo>
                <a:lnTo>
                  <a:pt x="283210" y="150622"/>
                </a:lnTo>
                <a:lnTo>
                  <a:pt x="276021" y="103124"/>
                </a:lnTo>
                <a:lnTo>
                  <a:pt x="255968" y="61722"/>
                </a:lnTo>
                <a:lnTo>
                  <a:pt x="225361" y="29082"/>
                </a:lnTo>
                <a:lnTo>
                  <a:pt x="186474" y="7747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6448" y="2148839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6448" y="3249167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5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3"/>
                </a:lnTo>
                <a:lnTo>
                  <a:pt x="141604" y="298323"/>
                </a:lnTo>
                <a:lnTo>
                  <a:pt x="186474" y="290703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5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6448" y="2514600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6448" y="3983735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6448" y="3617976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448" y="4352544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6"/>
                </a:lnTo>
                <a:lnTo>
                  <a:pt x="7188" y="102107"/>
                </a:lnTo>
                <a:lnTo>
                  <a:pt x="0" y="149097"/>
                </a:lnTo>
                <a:lnTo>
                  <a:pt x="7188" y="196214"/>
                </a:lnTo>
                <a:lnTo>
                  <a:pt x="27241" y="237108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2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8"/>
                </a:lnTo>
                <a:lnTo>
                  <a:pt x="276021" y="196214"/>
                </a:lnTo>
                <a:lnTo>
                  <a:pt x="283210" y="149097"/>
                </a:lnTo>
                <a:lnTo>
                  <a:pt x="276021" y="102107"/>
                </a:lnTo>
                <a:lnTo>
                  <a:pt x="255968" y="61086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7972" y="5326379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20"/>
                </a:lnTo>
                <a:lnTo>
                  <a:pt x="57848" y="28956"/>
                </a:lnTo>
                <a:lnTo>
                  <a:pt x="27241" y="61468"/>
                </a:lnTo>
                <a:lnTo>
                  <a:pt x="7188" y="102743"/>
                </a:lnTo>
                <a:lnTo>
                  <a:pt x="0" y="149987"/>
                </a:lnTo>
                <a:lnTo>
                  <a:pt x="7188" y="198120"/>
                </a:lnTo>
                <a:lnTo>
                  <a:pt x="27241" y="239776"/>
                </a:lnTo>
                <a:lnTo>
                  <a:pt x="57848" y="272542"/>
                </a:lnTo>
                <a:lnTo>
                  <a:pt x="96735" y="294005"/>
                </a:lnTo>
                <a:lnTo>
                  <a:pt x="141604" y="301625"/>
                </a:lnTo>
                <a:lnTo>
                  <a:pt x="186474" y="294005"/>
                </a:lnTo>
                <a:lnTo>
                  <a:pt x="225361" y="272542"/>
                </a:lnTo>
                <a:lnTo>
                  <a:pt x="255968" y="239776"/>
                </a:lnTo>
                <a:lnTo>
                  <a:pt x="276021" y="198120"/>
                </a:lnTo>
                <a:lnTo>
                  <a:pt x="283209" y="149987"/>
                </a:lnTo>
                <a:lnTo>
                  <a:pt x="276021" y="102743"/>
                </a:lnTo>
                <a:lnTo>
                  <a:pt x="255968" y="61468"/>
                </a:lnTo>
                <a:lnTo>
                  <a:pt x="225361" y="28956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8391" y="2214753"/>
            <a:ext cx="384175" cy="3317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R="635"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00">
              <a:latin typeface="Tahoma"/>
              <a:cs typeface="Tahoma"/>
            </a:endParaRPr>
          </a:p>
          <a:p>
            <a:pPr marR="635"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R="6350"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R="635"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R="6350" algn="ctr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900">
              <a:latin typeface="Tahoma"/>
              <a:cs typeface="Tahoma"/>
            </a:endParaRPr>
          </a:p>
          <a:p>
            <a:pPr marR="635" algn="ctr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3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300">
              <a:latin typeface="Tahoma"/>
              <a:cs typeface="Tahoma"/>
            </a:endParaRPr>
          </a:p>
          <a:p>
            <a:pPr marR="6350"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43000" y="1057655"/>
            <a:ext cx="8915400" cy="5657215"/>
            <a:chOff x="1143000" y="1057655"/>
            <a:chExt cx="8915400" cy="565721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0264" y="1057655"/>
              <a:ext cx="1088135" cy="56570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0" y="2447544"/>
              <a:ext cx="8077200" cy="3496055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90"/>
              </a:spcBef>
            </a:pPr>
            <a:r>
              <a:rPr spc="-60" dirty="0"/>
              <a:t>IMPLEMENTATION</a:t>
            </a:r>
            <a:r>
              <a:rPr spc="-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53744" y="1953590"/>
            <a:ext cx="946150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Main</a:t>
            </a:r>
            <a:r>
              <a:rPr sz="1500" spc="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33CC"/>
                </a:solidFill>
                <a:latin typeface="Calibri"/>
                <a:cs typeface="Calibri"/>
              </a:rPr>
              <a:t>Page</a:t>
            </a:r>
            <a:r>
              <a:rPr sz="1500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500" spc="-50" dirty="0">
                <a:solidFill>
                  <a:srgbClr val="0033CC"/>
                </a:solidFill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6219" y="221475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6867" y="2577465"/>
            <a:ext cx="384175" cy="29546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R="6350"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R="635" algn="ctr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3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300">
              <a:latin typeface="Tahoma"/>
              <a:cs typeface="Tahoma"/>
            </a:endParaRPr>
          </a:p>
          <a:p>
            <a:pPr marR="635"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19200" y="1057655"/>
            <a:ext cx="8839200" cy="5657215"/>
            <a:chOff x="1219200" y="1057655"/>
            <a:chExt cx="8839200" cy="56572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0264" y="1057655"/>
              <a:ext cx="1088135" cy="56570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200" y="2447544"/>
              <a:ext cx="8229600" cy="287731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60" dirty="0"/>
              <a:t>IMPLEMENTATION</a:t>
            </a:r>
            <a:r>
              <a:rPr spc="-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8194" y="1985898"/>
            <a:ext cx="1061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Quiz</a:t>
            </a:r>
            <a:r>
              <a:rPr sz="1800" spc="-2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page</a:t>
            </a:r>
            <a:r>
              <a:rPr sz="1800" spc="-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0033CC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4" y="4718303"/>
            <a:ext cx="545465" cy="545465"/>
          </a:xfrm>
          <a:custGeom>
            <a:avLst/>
            <a:gdLst/>
            <a:ahLst/>
            <a:cxnLst/>
            <a:rect l="l" t="t" r="r" b="b"/>
            <a:pathLst>
              <a:path w="545465" h="545464">
                <a:moveTo>
                  <a:pt x="272542" y="0"/>
                </a:moveTo>
                <a:lnTo>
                  <a:pt x="223494" y="4445"/>
                </a:lnTo>
                <a:lnTo>
                  <a:pt x="177355" y="17018"/>
                </a:lnTo>
                <a:lnTo>
                  <a:pt x="134886" y="37211"/>
                </a:lnTo>
                <a:lnTo>
                  <a:pt x="96862" y="64008"/>
                </a:lnTo>
                <a:lnTo>
                  <a:pt x="64033" y="96901"/>
                </a:lnTo>
                <a:lnTo>
                  <a:pt x="37160" y="134874"/>
                </a:lnTo>
                <a:lnTo>
                  <a:pt x="17030" y="177419"/>
                </a:lnTo>
                <a:lnTo>
                  <a:pt x="4381" y="223520"/>
                </a:lnTo>
                <a:lnTo>
                  <a:pt x="0" y="272542"/>
                </a:lnTo>
                <a:lnTo>
                  <a:pt x="4381" y="321564"/>
                </a:lnTo>
                <a:lnTo>
                  <a:pt x="17030" y="367665"/>
                </a:lnTo>
                <a:lnTo>
                  <a:pt x="37160" y="410210"/>
                </a:lnTo>
                <a:lnTo>
                  <a:pt x="64033" y="448183"/>
                </a:lnTo>
                <a:lnTo>
                  <a:pt x="96862" y="481076"/>
                </a:lnTo>
                <a:lnTo>
                  <a:pt x="134886" y="507873"/>
                </a:lnTo>
                <a:lnTo>
                  <a:pt x="177355" y="528066"/>
                </a:lnTo>
                <a:lnTo>
                  <a:pt x="223494" y="540639"/>
                </a:lnTo>
                <a:lnTo>
                  <a:pt x="272542" y="545084"/>
                </a:lnTo>
                <a:lnTo>
                  <a:pt x="321589" y="540639"/>
                </a:lnTo>
                <a:lnTo>
                  <a:pt x="367728" y="528066"/>
                </a:lnTo>
                <a:lnTo>
                  <a:pt x="410197" y="507873"/>
                </a:lnTo>
                <a:lnTo>
                  <a:pt x="448221" y="481076"/>
                </a:lnTo>
                <a:lnTo>
                  <a:pt x="481050" y="448183"/>
                </a:lnTo>
                <a:lnTo>
                  <a:pt x="507923" y="410210"/>
                </a:lnTo>
                <a:lnTo>
                  <a:pt x="528053" y="367665"/>
                </a:lnTo>
                <a:lnTo>
                  <a:pt x="540702" y="321564"/>
                </a:lnTo>
                <a:lnTo>
                  <a:pt x="545084" y="272542"/>
                </a:lnTo>
                <a:lnTo>
                  <a:pt x="540702" y="223520"/>
                </a:lnTo>
                <a:lnTo>
                  <a:pt x="528053" y="177419"/>
                </a:lnTo>
                <a:lnTo>
                  <a:pt x="507923" y="134874"/>
                </a:lnTo>
                <a:lnTo>
                  <a:pt x="481050" y="96901"/>
                </a:lnTo>
                <a:lnTo>
                  <a:pt x="448221" y="64008"/>
                </a:lnTo>
                <a:lnTo>
                  <a:pt x="410197" y="37211"/>
                </a:lnTo>
                <a:lnTo>
                  <a:pt x="367728" y="17018"/>
                </a:lnTo>
                <a:lnTo>
                  <a:pt x="321589" y="4445"/>
                </a:lnTo>
                <a:lnTo>
                  <a:pt x="27254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6448" y="288036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747"/>
                </a:lnTo>
                <a:lnTo>
                  <a:pt x="57848" y="29082"/>
                </a:lnTo>
                <a:lnTo>
                  <a:pt x="27241" y="61722"/>
                </a:lnTo>
                <a:lnTo>
                  <a:pt x="7188" y="103124"/>
                </a:lnTo>
                <a:lnTo>
                  <a:pt x="0" y="150622"/>
                </a:lnTo>
                <a:lnTo>
                  <a:pt x="7188" y="198247"/>
                </a:lnTo>
                <a:lnTo>
                  <a:pt x="27241" y="239649"/>
                </a:lnTo>
                <a:lnTo>
                  <a:pt x="57848" y="272288"/>
                </a:lnTo>
                <a:lnTo>
                  <a:pt x="96735" y="293624"/>
                </a:lnTo>
                <a:lnTo>
                  <a:pt x="141604" y="301370"/>
                </a:lnTo>
                <a:lnTo>
                  <a:pt x="186474" y="293624"/>
                </a:lnTo>
                <a:lnTo>
                  <a:pt x="225361" y="272288"/>
                </a:lnTo>
                <a:lnTo>
                  <a:pt x="255968" y="239649"/>
                </a:lnTo>
                <a:lnTo>
                  <a:pt x="276021" y="198247"/>
                </a:lnTo>
                <a:lnTo>
                  <a:pt x="283210" y="150622"/>
                </a:lnTo>
                <a:lnTo>
                  <a:pt x="276021" y="103124"/>
                </a:lnTo>
                <a:lnTo>
                  <a:pt x="255968" y="61722"/>
                </a:lnTo>
                <a:lnTo>
                  <a:pt x="225361" y="29082"/>
                </a:lnTo>
                <a:lnTo>
                  <a:pt x="186474" y="7747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6448" y="2148839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6448" y="3249167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5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3"/>
                </a:lnTo>
                <a:lnTo>
                  <a:pt x="141604" y="298323"/>
                </a:lnTo>
                <a:lnTo>
                  <a:pt x="186474" y="290703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5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6448" y="2514600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6448" y="3983735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6448" y="3617976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448" y="4352544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6"/>
                </a:lnTo>
                <a:lnTo>
                  <a:pt x="7188" y="102107"/>
                </a:lnTo>
                <a:lnTo>
                  <a:pt x="0" y="149097"/>
                </a:lnTo>
                <a:lnTo>
                  <a:pt x="7188" y="196214"/>
                </a:lnTo>
                <a:lnTo>
                  <a:pt x="27241" y="237108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2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8"/>
                </a:lnTo>
                <a:lnTo>
                  <a:pt x="276021" y="196214"/>
                </a:lnTo>
                <a:lnTo>
                  <a:pt x="283210" y="149097"/>
                </a:lnTo>
                <a:lnTo>
                  <a:pt x="276021" y="102107"/>
                </a:lnTo>
                <a:lnTo>
                  <a:pt x="255968" y="61086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7972" y="5326379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620"/>
                </a:lnTo>
                <a:lnTo>
                  <a:pt x="57848" y="28956"/>
                </a:lnTo>
                <a:lnTo>
                  <a:pt x="27241" y="61468"/>
                </a:lnTo>
                <a:lnTo>
                  <a:pt x="7188" y="102743"/>
                </a:lnTo>
                <a:lnTo>
                  <a:pt x="0" y="149987"/>
                </a:lnTo>
                <a:lnTo>
                  <a:pt x="7188" y="198120"/>
                </a:lnTo>
                <a:lnTo>
                  <a:pt x="27241" y="239776"/>
                </a:lnTo>
                <a:lnTo>
                  <a:pt x="57848" y="272542"/>
                </a:lnTo>
                <a:lnTo>
                  <a:pt x="96735" y="294005"/>
                </a:lnTo>
                <a:lnTo>
                  <a:pt x="141604" y="301625"/>
                </a:lnTo>
                <a:lnTo>
                  <a:pt x="186474" y="294005"/>
                </a:lnTo>
                <a:lnTo>
                  <a:pt x="225361" y="272542"/>
                </a:lnTo>
                <a:lnTo>
                  <a:pt x="255968" y="239776"/>
                </a:lnTo>
                <a:lnTo>
                  <a:pt x="276021" y="198120"/>
                </a:lnTo>
                <a:lnTo>
                  <a:pt x="283209" y="149987"/>
                </a:lnTo>
                <a:lnTo>
                  <a:pt x="276021" y="102743"/>
                </a:lnTo>
                <a:lnTo>
                  <a:pt x="255968" y="61468"/>
                </a:lnTo>
                <a:lnTo>
                  <a:pt x="225361" y="28956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317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6867" y="2214753"/>
            <a:ext cx="381000" cy="3317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R="3175"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00">
              <a:latin typeface="Tahoma"/>
              <a:cs typeface="Tahoma"/>
            </a:endParaRPr>
          </a:p>
          <a:p>
            <a:pPr marR="3175" algn="ctr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3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300">
              <a:latin typeface="Tahoma"/>
              <a:cs typeface="Tahoma"/>
            </a:endParaRPr>
          </a:p>
          <a:p>
            <a:pPr marR="3175" algn="ctr">
              <a:lnSpc>
                <a:spcPct val="100000"/>
              </a:lnSpc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71600" y="1057655"/>
            <a:ext cx="8686800" cy="5657215"/>
            <a:chOff x="1371600" y="1057655"/>
            <a:chExt cx="8686800" cy="565721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0264" y="1057655"/>
              <a:ext cx="1088135" cy="56570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2057400"/>
              <a:ext cx="7662672" cy="381000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90"/>
              </a:spcBef>
            </a:pPr>
            <a:r>
              <a:rPr spc="-60" dirty="0"/>
              <a:t>IMPLEMENTATION</a:t>
            </a:r>
            <a:r>
              <a:rPr spc="-35" dirty="0"/>
              <a:t> </a:t>
            </a:r>
            <a:r>
              <a:rPr spc="-10" dirty="0"/>
              <a:t>SCREENSHOTS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60" dirty="0"/>
              <a:t>IMPLEMENTATION</a:t>
            </a:r>
            <a:r>
              <a:rPr spc="-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2044" y="1863344"/>
            <a:ext cx="2244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Certification</a:t>
            </a:r>
            <a:r>
              <a:rPr sz="1800" spc="30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CC"/>
                </a:solidFill>
                <a:latin typeface="Calibri"/>
                <a:cs typeface="Calibri"/>
              </a:rPr>
              <a:t>view</a:t>
            </a:r>
            <a:r>
              <a:rPr sz="1800" spc="2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33CC"/>
                </a:solidFill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8E6B2B-6A40-2CF7-A2FC-E24B828BC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12" y="2322450"/>
            <a:ext cx="9416988" cy="37451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384" y="5087111"/>
            <a:ext cx="545465" cy="545465"/>
          </a:xfrm>
          <a:custGeom>
            <a:avLst/>
            <a:gdLst/>
            <a:ahLst/>
            <a:cxnLst/>
            <a:rect l="l" t="t" r="r" b="b"/>
            <a:pathLst>
              <a:path w="545465" h="545464">
                <a:moveTo>
                  <a:pt x="272542" y="0"/>
                </a:moveTo>
                <a:lnTo>
                  <a:pt x="223494" y="4444"/>
                </a:lnTo>
                <a:lnTo>
                  <a:pt x="177355" y="17018"/>
                </a:lnTo>
                <a:lnTo>
                  <a:pt x="134886" y="37211"/>
                </a:lnTo>
                <a:lnTo>
                  <a:pt x="96862" y="64007"/>
                </a:lnTo>
                <a:lnTo>
                  <a:pt x="64033" y="96900"/>
                </a:lnTo>
                <a:lnTo>
                  <a:pt x="37160" y="134874"/>
                </a:lnTo>
                <a:lnTo>
                  <a:pt x="17030" y="177292"/>
                </a:lnTo>
                <a:lnTo>
                  <a:pt x="4381" y="223519"/>
                </a:lnTo>
                <a:lnTo>
                  <a:pt x="0" y="272542"/>
                </a:lnTo>
                <a:lnTo>
                  <a:pt x="4381" y="321563"/>
                </a:lnTo>
                <a:lnTo>
                  <a:pt x="17030" y="367664"/>
                </a:lnTo>
                <a:lnTo>
                  <a:pt x="37160" y="410210"/>
                </a:lnTo>
                <a:lnTo>
                  <a:pt x="64033" y="448182"/>
                </a:lnTo>
                <a:lnTo>
                  <a:pt x="96862" y="481075"/>
                </a:lnTo>
                <a:lnTo>
                  <a:pt x="134886" y="507873"/>
                </a:lnTo>
                <a:lnTo>
                  <a:pt x="177355" y="528065"/>
                </a:lnTo>
                <a:lnTo>
                  <a:pt x="223494" y="540638"/>
                </a:lnTo>
                <a:lnTo>
                  <a:pt x="272542" y="545083"/>
                </a:lnTo>
                <a:lnTo>
                  <a:pt x="321589" y="540638"/>
                </a:lnTo>
                <a:lnTo>
                  <a:pt x="367728" y="528065"/>
                </a:lnTo>
                <a:lnTo>
                  <a:pt x="410197" y="507873"/>
                </a:lnTo>
                <a:lnTo>
                  <a:pt x="448221" y="481075"/>
                </a:lnTo>
                <a:lnTo>
                  <a:pt x="481050" y="448182"/>
                </a:lnTo>
                <a:lnTo>
                  <a:pt x="507923" y="410210"/>
                </a:lnTo>
                <a:lnTo>
                  <a:pt x="528053" y="367664"/>
                </a:lnTo>
                <a:lnTo>
                  <a:pt x="540702" y="321563"/>
                </a:lnTo>
                <a:lnTo>
                  <a:pt x="545084" y="272542"/>
                </a:lnTo>
                <a:lnTo>
                  <a:pt x="540702" y="223519"/>
                </a:lnTo>
                <a:lnTo>
                  <a:pt x="528053" y="177292"/>
                </a:lnTo>
                <a:lnTo>
                  <a:pt x="507923" y="134874"/>
                </a:lnTo>
                <a:lnTo>
                  <a:pt x="481050" y="96900"/>
                </a:lnTo>
                <a:lnTo>
                  <a:pt x="448221" y="64007"/>
                </a:lnTo>
                <a:lnTo>
                  <a:pt x="410197" y="37211"/>
                </a:lnTo>
                <a:lnTo>
                  <a:pt x="367728" y="17018"/>
                </a:lnTo>
                <a:lnTo>
                  <a:pt x="321589" y="4444"/>
                </a:lnTo>
                <a:lnTo>
                  <a:pt x="272542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5739" y="5220970"/>
            <a:ext cx="12573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FFFCFC"/>
                </a:solidFill>
                <a:latin typeface="Tahoma"/>
                <a:cs typeface="Tahoma"/>
              </a:rPr>
              <a:t>9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6448" y="2880360"/>
            <a:ext cx="283210" cy="301625"/>
          </a:xfrm>
          <a:custGeom>
            <a:avLst/>
            <a:gdLst/>
            <a:ahLst/>
            <a:cxnLst/>
            <a:rect l="l" t="t" r="r" b="b"/>
            <a:pathLst>
              <a:path w="283209" h="301625">
                <a:moveTo>
                  <a:pt x="141604" y="0"/>
                </a:moveTo>
                <a:lnTo>
                  <a:pt x="96735" y="7747"/>
                </a:lnTo>
                <a:lnTo>
                  <a:pt x="57848" y="29082"/>
                </a:lnTo>
                <a:lnTo>
                  <a:pt x="27241" y="61722"/>
                </a:lnTo>
                <a:lnTo>
                  <a:pt x="7188" y="103124"/>
                </a:lnTo>
                <a:lnTo>
                  <a:pt x="0" y="150622"/>
                </a:lnTo>
                <a:lnTo>
                  <a:pt x="7188" y="198247"/>
                </a:lnTo>
                <a:lnTo>
                  <a:pt x="27241" y="239649"/>
                </a:lnTo>
                <a:lnTo>
                  <a:pt x="57848" y="272288"/>
                </a:lnTo>
                <a:lnTo>
                  <a:pt x="96735" y="293624"/>
                </a:lnTo>
                <a:lnTo>
                  <a:pt x="141604" y="301370"/>
                </a:lnTo>
                <a:lnTo>
                  <a:pt x="186474" y="293624"/>
                </a:lnTo>
                <a:lnTo>
                  <a:pt x="225361" y="272288"/>
                </a:lnTo>
                <a:lnTo>
                  <a:pt x="255968" y="239649"/>
                </a:lnTo>
                <a:lnTo>
                  <a:pt x="276021" y="198247"/>
                </a:lnTo>
                <a:lnTo>
                  <a:pt x="283210" y="150622"/>
                </a:lnTo>
                <a:lnTo>
                  <a:pt x="276021" y="103124"/>
                </a:lnTo>
                <a:lnTo>
                  <a:pt x="255968" y="61722"/>
                </a:lnTo>
                <a:lnTo>
                  <a:pt x="225361" y="29082"/>
                </a:lnTo>
                <a:lnTo>
                  <a:pt x="186474" y="7747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8599" y="2948178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6448" y="2148839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3839" y="221475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6448" y="3249167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5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3"/>
                </a:lnTo>
                <a:lnTo>
                  <a:pt x="141604" y="298323"/>
                </a:lnTo>
                <a:lnTo>
                  <a:pt x="186474" y="290703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5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551" y="3315461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6448" y="2514600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8599" y="2580513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6448" y="3983735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7075" y="4050284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6448" y="3617976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8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098"/>
                </a:lnTo>
                <a:lnTo>
                  <a:pt x="7188" y="196214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2"/>
                </a:lnTo>
                <a:lnTo>
                  <a:pt x="141604" y="298323"/>
                </a:lnTo>
                <a:lnTo>
                  <a:pt x="186474" y="290702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4"/>
                </a:lnTo>
                <a:lnTo>
                  <a:pt x="283210" y="149098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8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8599" y="3682746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6448" y="4352544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19"/>
                </a:lnTo>
                <a:lnTo>
                  <a:pt x="57848" y="28828"/>
                </a:lnTo>
                <a:lnTo>
                  <a:pt x="27241" y="61086"/>
                </a:lnTo>
                <a:lnTo>
                  <a:pt x="7188" y="102107"/>
                </a:lnTo>
                <a:lnTo>
                  <a:pt x="0" y="149097"/>
                </a:lnTo>
                <a:lnTo>
                  <a:pt x="7188" y="196214"/>
                </a:lnTo>
                <a:lnTo>
                  <a:pt x="27241" y="237108"/>
                </a:lnTo>
                <a:lnTo>
                  <a:pt x="57848" y="269493"/>
                </a:lnTo>
                <a:lnTo>
                  <a:pt x="96735" y="290702"/>
                </a:lnTo>
                <a:lnTo>
                  <a:pt x="141604" y="298322"/>
                </a:lnTo>
                <a:lnTo>
                  <a:pt x="186474" y="290702"/>
                </a:lnTo>
                <a:lnTo>
                  <a:pt x="225361" y="269493"/>
                </a:lnTo>
                <a:lnTo>
                  <a:pt x="255968" y="237108"/>
                </a:lnTo>
                <a:lnTo>
                  <a:pt x="276021" y="196214"/>
                </a:lnTo>
                <a:lnTo>
                  <a:pt x="283210" y="149097"/>
                </a:lnTo>
                <a:lnTo>
                  <a:pt x="276021" y="102107"/>
                </a:lnTo>
                <a:lnTo>
                  <a:pt x="255968" y="61086"/>
                </a:lnTo>
                <a:lnTo>
                  <a:pt x="225361" y="28828"/>
                </a:lnTo>
                <a:lnTo>
                  <a:pt x="186474" y="7619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0123" y="4417567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6448" y="4718303"/>
            <a:ext cx="283210" cy="298450"/>
          </a:xfrm>
          <a:custGeom>
            <a:avLst/>
            <a:gdLst/>
            <a:ahLst/>
            <a:cxnLst/>
            <a:rect l="l" t="t" r="r" b="b"/>
            <a:pathLst>
              <a:path w="283209" h="298450">
                <a:moveTo>
                  <a:pt x="141604" y="0"/>
                </a:moveTo>
                <a:lnTo>
                  <a:pt x="96735" y="7620"/>
                </a:lnTo>
                <a:lnTo>
                  <a:pt x="57848" y="28829"/>
                </a:lnTo>
                <a:lnTo>
                  <a:pt x="27241" y="61087"/>
                </a:lnTo>
                <a:lnTo>
                  <a:pt x="7188" y="102108"/>
                </a:lnTo>
                <a:lnTo>
                  <a:pt x="0" y="149225"/>
                </a:lnTo>
                <a:lnTo>
                  <a:pt x="7188" y="196215"/>
                </a:lnTo>
                <a:lnTo>
                  <a:pt x="27241" y="237109"/>
                </a:lnTo>
                <a:lnTo>
                  <a:pt x="57848" y="269494"/>
                </a:lnTo>
                <a:lnTo>
                  <a:pt x="96735" y="290703"/>
                </a:lnTo>
                <a:lnTo>
                  <a:pt x="141604" y="298323"/>
                </a:lnTo>
                <a:lnTo>
                  <a:pt x="186474" y="290703"/>
                </a:lnTo>
                <a:lnTo>
                  <a:pt x="225361" y="269494"/>
                </a:lnTo>
                <a:lnTo>
                  <a:pt x="255968" y="237109"/>
                </a:lnTo>
                <a:lnTo>
                  <a:pt x="276021" y="196215"/>
                </a:lnTo>
                <a:lnTo>
                  <a:pt x="283210" y="149225"/>
                </a:lnTo>
                <a:lnTo>
                  <a:pt x="276021" y="102108"/>
                </a:lnTo>
                <a:lnTo>
                  <a:pt x="255968" y="61087"/>
                </a:lnTo>
                <a:lnTo>
                  <a:pt x="225361" y="28829"/>
                </a:lnTo>
                <a:lnTo>
                  <a:pt x="186474" y="7620"/>
                </a:lnTo>
                <a:lnTo>
                  <a:pt x="141604" y="0"/>
                </a:lnTo>
              </a:path>
            </a:pathLst>
          </a:custGeom>
          <a:ln w="6096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7075" y="4783582"/>
            <a:ext cx="889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64" y="1057655"/>
            <a:ext cx="1088135" cy="5657088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525014" y="1208912"/>
            <a:ext cx="500824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80" dirty="0"/>
              <a:t>ADVANTAGES</a:t>
            </a:r>
            <a:r>
              <a:rPr spc="-55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53744" y="2188845"/>
            <a:ext cx="99885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Advantages: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2796" y="2461717"/>
            <a:ext cx="3308985" cy="97916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5"/>
              </a:spcBef>
              <a:buAutoNum type="arabicPeriod"/>
              <a:tabLst>
                <a:tab pos="356870" algn="l"/>
              </a:tabLst>
            </a:pPr>
            <a:r>
              <a:rPr sz="1500" dirty="0">
                <a:latin typeface="Calibri"/>
                <a:cs typeface="Calibri"/>
              </a:rPr>
              <a:t>Instant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quiz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evaluation</a:t>
            </a:r>
            <a:endParaRPr sz="15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6870" algn="l"/>
              </a:tabLst>
            </a:pPr>
            <a:r>
              <a:rPr sz="1500" dirty="0">
                <a:latin typeface="Calibri"/>
                <a:cs typeface="Calibri"/>
              </a:rPr>
              <a:t>Automated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PDF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certificate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generation</a:t>
            </a:r>
            <a:endParaRPr sz="15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6870" algn="l"/>
              </a:tabLst>
            </a:pPr>
            <a:r>
              <a:rPr sz="1500" dirty="0">
                <a:latin typeface="Calibri"/>
                <a:cs typeface="Calibri"/>
              </a:rPr>
              <a:t>Reduces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manual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workload.</a:t>
            </a:r>
            <a:endParaRPr sz="15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6870" algn="l"/>
              </a:tabLst>
            </a:pPr>
            <a:r>
              <a:rPr sz="1500" dirty="0">
                <a:latin typeface="Calibri"/>
                <a:cs typeface="Calibri"/>
              </a:rPr>
              <a:t>Scaable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users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3744" y="3832352"/>
            <a:ext cx="956944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spc="-10" dirty="0">
                <a:solidFill>
                  <a:srgbClr val="0033CC"/>
                </a:solidFill>
                <a:latin typeface="Calibri"/>
                <a:cs typeface="Calibri"/>
              </a:rPr>
              <a:t>Limitations: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3744" y="4301744"/>
            <a:ext cx="3132455" cy="954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295910" algn="l"/>
              </a:tabLst>
            </a:pPr>
            <a:r>
              <a:rPr sz="1500" dirty="0">
                <a:latin typeface="Calibri"/>
                <a:cs typeface="Calibri"/>
              </a:rPr>
              <a:t>Requires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stable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internet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connection.</a:t>
            </a:r>
            <a:endParaRPr sz="150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95910" algn="l"/>
              </a:tabLst>
            </a:pPr>
            <a:r>
              <a:rPr sz="1500" dirty="0">
                <a:latin typeface="Calibri"/>
                <a:cs typeface="Calibri"/>
              </a:rPr>
              <a:t>Limited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offline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accessibility.</a:t>
            </a:r>
            <a:endParaRPr sz="1500">
              <a:latin typeface="Calibri"/>
              <a:cs typeface="Calibri"/>
            </a:endParaRPr>
          </a:p>
          <a:p>
            <a:pPr marL="289560" indent="-27686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89560" algn="l"/>
              </a:tabLst>
            </a:pPr>
            <a:r>
              <a:rPr sz="1500" dirty="0">
                <a:latin typeface="Calibri"/>
                <a:cs typeface="Calibri"/>
              </a:rPr>
              <a:t>Dependent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system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security.</a:t>
            </a:r>
            <a:endParaRPr sz="1500">
              <a:latin typeface="Calibri"/>
              <a:cs typeface="Calibri"/>
            </a:endParaRPr>
          </a:p>
          <a:p>
            <a:pPr marL="289560" indent="-276860">
              <a:lnSpc>
                <a:spcPct val="100000"/>
              </a:lnSpc>
              <a:buAutoNum type="arabicPeriod"/>
              <a:tabLst>
                <a:tab pos="289560" algn="l"/>
              </a:tabLst>
            </a:pPr>
            <a:r>
              <a:rPr sz="1500" dirty="0">
                <a:latin typeface="Calibri"/>
                <a:cs typeface="Calibri"/>
              </a:rPr>
              <a:t>Initial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setup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complex.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0570" y="3247085"/>
            <a:ext cx="3980179" cy="955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100" b="0" i="1" spc="280" dirty="0">
                <a:solidFill>
                  <a:srgbClr val="171717"/>
                </a:solidFill>
                <a:latin typeface="Trebuchet MS"/>
                <a:cs typeface="Trebuchet MS"/>
              </a:rPr>
              <a:t>Thank</a:t>
            </a:r>
            <a:r>
              <a:rPr sz="6100" b="0" i="1" spc="509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6100" b="0" i="1" spc="480" dirty="0">
                <a:solidFill>
                  <a:srgbClr val="171717"/>
                </a:solidFill>
                <a:latin typeface="Trebuchet MS"/>
                <a:cs typeface="Trebuchet MS"/>
              </a:rPr>
              <a:t>y</a:t>
            </a:r>
            <a:r>
              <a:rPr sz="6100" b="0" i="1" spc="475" dirty="0">
                <a:solidFill>
                  <a:srgbClr val="171717"/>
                </a:solidFill>
                <a:latin typeface="Trebuchet MS"/>
                <a:cs typeface="Trebuchet MS"/>
              </a:rPr>
              <a:t>o</a:t>
            </a:r>
            <a:r>
              <a:rPr sz="6100" b="0" i="1" spc="-60" dirty="0">
                <a:solidFill>
                  <a:srgbClr val="171717"/>
                </a:solidFill>
                <a:latin typeface="Trebuchet MS"/>
                <a:cs typeface="Trebuchet MS"/>
              </a:rPr>
              <a:t>u</a:t>
            </a:r>
            <a:endParaRPr sz="6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890</Words>
  <Application>Microsoft Office PowerPoint</Application>
  <PresentationFormat>Custom</PresentationFormat>
  <Paragraphs>257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UDAY KUMAR</dc:creator>
  <cp:lastModifiedBy>Pavan Banala</cp:lastModifiedBy>
  <cp:revision>1</cp:revision>
  <dcterms:created xsi:type="dcterms:W3CDTF">2026-03-26T03:44:45Z</dcterms:created>
  <dcterms:modified xsi:type="dcterms:W3CDTF">2026-03-26T04:28:48Z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2026-03-26T00:00:00Z</vt:filetime>
  </property>
  <property fmtid="{D5CDD505-2E9C-101B-9397-08002B2CF9AE}" pid="5" name="Producer">
    <vt:lpwstr>www.ilovepdf.com</vt:lpwstr>
  </property>
</Properties>
</file>