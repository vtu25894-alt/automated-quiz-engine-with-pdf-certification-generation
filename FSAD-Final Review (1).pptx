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3" r:id="rId10"/>
    <p:sldId id="264" r:id="rId11"/>
    <p:sldId id="266" r:id="rId12"/>
    <p:sldId id="269" r:id="rId13"/>
    <p:sldId id="275" r:id="rId14"/>
    <p:sldId id="276" r:id="rId15"/>
    <p:sldId id="267" r:id="rId16"/>
    <p:sldId id="268" r:id="rId17"/>
    <p:sldId id="272" r:id="rId18"/>
    <p:sldId id="273" r:id="rId19"/>
    <p:sldId id="270" r:id="rId20"/>
    <p:sldId id="265" r:id="rId21"/>
  </p:sldIdLst>
  <p:sldSz cx="18288000" cy="10287000"/>
  <p:notesSz cx="6858000" cy="9144000"/>
  <p:embeddedFontLst>
    <p:embeddedFont>
      <p:font typeface="Bookman Old Style" panose="02050604050505020204" pitchFamily="18" charset="0"/>
      <p:regular r:id="rId23"/>
      <p:bold r:id="rId24"/>
      <p:italic r:id="rId25"/>
      <p:boldItalic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Gotham" panose="020B0604020202020204" charset="0"/>
      <p:regular r:id="rId31"/>
    </p:embeddedFont>
    <p:embeddedFont>
      <p:font typeface="Gotham Bold Italics" panose="020B0604020202020204" charset="0"/>
      <p:regular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B779A-F33A-40CD-AC06-C00C993D22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EC0CE-871D-46B6-82DA-C99C5F7D5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598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jjj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EC0CE-871D-46B6-82DA-C99C5F7D584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247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M. V. 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Akshaya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VTU25623 – Reg.No.23UECS0975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M. Mageshwari-M.E,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33600" y="2040765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Background of the Problem-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Many colleges still manage events manually, which leads to confusion, delays, and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There is no centralized system to track events, registrations, or updates efficiently.</a:t>
            </a:r>
          </a:p>
          <a:p>
            <a:r>
              <a:rPr lang="en-US" sz="2800" b="1" dirty="0"/>
              <a:t>Why this Project is Important-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helps in digitizing the event management process.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reduces manual work, saves time, and improves coordination between organizers and participants.</a:t>
            </a:r>
          </a:p>
          <a:p>
            <a:r>
              <a:rPr lang="en-US" sz="2800" b="1" dirty="0"/>
              <a:t>Real-World Relevance-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Event management systems are widely used in universities, companies, and organizations to handle events smoothly.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reflects real-world applications of modern web-based systems.</a:t>
            </a:r>
          </a:p>
          <a:p>
            <a:r>
              <a:rPr lang="en-US" sz="2800" b="1" dirty="0"/>
              <a:t>Brief Overview of the System-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Smart Campus Event Management System is a platform that allows users to create events, register participants, and send notifications.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It centralizes all event-related activities, making management simple and efficient.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1216417"/>
            <a:ext cx="172921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905000" y="2400300"/>
            <a:ext cx="15387126" cy="1064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colleges, event management is still handled manually or through scattered platforms.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inefficiency in handling registrations, schedules, and participant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important updates due to lack of proper communication channels.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face challenges in tracking attendance and managing event logistics.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increase the chances of errors and data mismanagement.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streamline all event-related activities.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simple, reliable, and automated system.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 system can improve efficiency, accuracy, and overall event management experience.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86000" y="1982349"/>
            <a:ext cx="15292643" cy="1169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platform for managing all campus events efficiently.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event creation, registration, and participant tracking processes.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work, errors, and time consumption in event management.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notifications and updates to users.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between organizers and participants.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and organized storage of event-related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offer a user-friendly interface for easy access and usability.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reports and analytics for better decision-making.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49460" y="631267"/>
            <a:ext cx="15632435" cy="1344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Solves Existing Issues-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addresses the limitations of manual and scattered event management by providing a centralized digital platform.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automates key processes such as event creation, registration, and participant tracking, which reduces human errors and saves time.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 keep users informed about event updates, while organized data storage helps organizers manage information efficiently.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coordination and ensures smooth execution of events.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over Current Systems-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methods, the system is faster, more accurate, and reliable.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paperwork and minimizes the risk of data loss through secure digital storage.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user-friendly interface makes it accessible to both organizers and participants.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it offers reporting and analytics features, enabling better planning and decision-making, which is not possible with manual systems.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430000" y="-11315700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2680FC-AC9A-13FB-C167-A26D428B4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953" y="2095500"/>
            <a:ext cx="13626247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A5FA4C-AFE2-892F-F6EE-2FED1EC98595}"/>
              </a:ext>
            </a:extLst>
          </p:cNvPr>
          <p:cNvSpPr txBox="1"/>
          <p:nvPr/>
        </p:nvSpPr>
        <p:spPr>
          <a:xfrm>
            <a:off x="2895600" y="1104900"/>
            <a:ext cx="1043940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includes user actions such as event creation by admins, student registrations, login details, and event-related data.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provide this information through the web or mobile interface.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the input by validating user data, managing event details, handling registrations, and generating notifications.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applies business logic to ensure smooth functioning of all operations.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 such as user details, event information, registrations, and transaction records are stored in a centralized database.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ensures secure storage, easy retrieval, and data consistency.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outputs like event confirmations, registration status, notifications, reports, and dashboards.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outputs help users stay informed and assist organizers in decision-making.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4375C-9178-7FFC-901D-AB1E1E283E09}"/>
              </a:ext>
            </a:extLst>
          </p:cNvPr>
          <p:cNvSpPr txBox="1"/>
          <p:nvPr/>
        </p:nvSpPr>
        <p:spPr>
          <a:xfrm>
            <a:off x="3657600" y="3429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US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314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C0E7F3B-5E46-286C-FC24-F3E75439B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231900"/>
            <a:ext cx="11658600" cy="8102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665734" y="1562100"/>
            <a:ext cx="12848480" cy="1388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(React/Angular).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(Spring Boot) / Node.js.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PostgreSQL.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Email/SMS APIs, Payment Gateway.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Code/Eclipse, GitHub, Postman.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4GB RAM, system with internet, browser, JDK/Node.js, database.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registration, login, roles, and profiles.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event creation, updates, scheduling, and registrations.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user, event, and registration data securely.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Notification Module: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email/SMS updates and reminders.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Reporting &amp; Analytics: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reports and dashboards for insights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1" y="1333501"/>
            <a:ext cx="1569037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A85FA-23C8-375D-E22B-295461E4ABB3}"/>
              </a:ext>
            </a:extLst>
          </p:cNvPr>
          <p:cNvSpPr txBox="1"/>
          <p:nvPr/>
        </p:nvSpPr>
        <p:spPr>
          <a:xfrm>
            <a:off x="2362200" y="8115400"/>
            <a:ext cx="178895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an overview of the system with navigation to different features.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information about events and easy access to login/registration.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BFCC0-550D-6B51-84B8-0F69CE00D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852" y="1950124"/>
            <a:ext cx="10632637" cy="592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735588" y="366768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1981200" y="1581192"/>
            <a:ext cx="16220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0717E-972F-9E44-50B2-EDDE63ED7117}"/>
              </a:ext>
            </a:extLst>
          </p:cNvPr>
          <p:cNvSpPr txBox="1"/>
          <p:nvPr/>
        </p:nvSpPr>
        <p:spPr>
          <a:xfrm>
            <a:off x="1981200" y="8444198"/>
            <a:ext cx="19015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securely log in using credentials. Authenticates users and redirects them based on their roles.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A17A8-5BDC-ED76-18D1-A990BB463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074" y="2137943"/>
            <a:ext cx="6625126" cy="56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8DEC63-7B4A-E557-F59E-D0AF4BBF31FC}"/>
              </a:ext>
            </a:extLst>
          </p:cNvPr>
          <p:cNvSpPr txBox="1"/>
          <p:nvPr/>
        </p:nvSpPr>
        <p:spPr>
          <a:xfrm>
            <a:off x="4686300" y="496669"/>
            <a:ext cx="8610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19D2C-7D78-8AF4-0911-76F7E28568D2}"/>
              </a:ext>
            </a:extLst>
          </p:cNvPr>
          <p:cNvSpPr txBox="1"/>
          <p:nvPr/>
        </p:nvSpPr>
        <p:spPr>
          <a:xfrm>
            <a:off x="1447800" y="1333500"/>
            <a:ext cx="41043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Module: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BD7187-F412-9D56-85D8-3A0940F673D0}"/>
              </a:ext>
            </a:extLst>
          </p:cNvPr>
          <p:cNvSpPr txBox="1"/>
          <p:nvPr/>
        </p:nvSpPr>
        <p:spPr>
          <a:xfrm>
            <a:off x="1600200" y="7429500"/>
            <a:ext cx="1478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core functionalities like event creation, registration, and management.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interact with the system efficiently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7FA021-1F8C-21CA-F8FA-5AA610439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200089"/>
            <a:ext cx="152400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7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EE4A94-59EB-20CA-A6C4-3E4CC5E049D6}"/>
              </a:ext>
            </a:extLst>
          </p:cNvPr>
          <p:cNvSpPr txBox="1"/>
          <p:nvPr/>
        </p:nvSpPr>
        <p:spPr>
          <a:xfrm>
            <a:off x="3352800" y="6477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21703B-4148-CF99-0E14-3262F85D66DE}"/>
              </a:ext>
            </a:extLst>
          </p:cNvPr>
          <p:cNvSpPr txBox="1"/>
          <p:nvPr/>
        </p:nvSpPr>
        <p:spPr>
          <a:xfrm>
            <a:off x="2133600" y="1294031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Page: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47DD8-AF99-612B-AC45-096FC2BE1FF4}"/>
              </a:ext>
            </a:extLst>
          </p:cNvPr>
          <p:cNvSpPr txBox="1"/>
          <p:nvPr/>
        </p:nvSpPr>
        <p:spPr>
          <a:xfrm>
            <a:off x="2133600" y="8951709"/>
            <a:ext cx="13182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such as event details, registration status, and reports.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confirmation messages and useful insights to users.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4CA17-CBEE-8237-64DB-363333440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896" y="1808721"/>
            <a:ext cx="13581858" cy="694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49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64133" y="1600443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11441822" y="1697977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A5DF098-F37C-1053-1D5F-CBBD0AD3D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84" y="3540485"/>
            <a:ext cx="7087364" cy="511273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1716262-DC74-F77E-2C37-8A10ECD8D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833" y="3450213"/>
            <a:ext cx="8192220" cy="456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Screenshot: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0C3B2-18D4-DBE8-D963-AEF2D8802E34}"/>
              </a:ext>
            </a:extLst>
          </p:cNvPr>
          <p:cNvSpPr txBox="1"/>
          <p:nvPr/>
        </p:nvSpPr>
        <p:spPr>
          <a:xfrm>
            <a:off x="2222090" y="7793962"/>
            <a:ext cx="142123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Event Detail page for the "Intro to AI Workshop" presents all relevant information a student needs before registering.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FDDBE-FC53-1C34-B045-A538B8918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531" y="2376634"/>
            <a:ext cx="12954000" cy="509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59724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Screenshot: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1F686-4FAA-B466-836B-2746C18D365D}"/>
              </a:ext>
            </a:extLst>
          </p:cNvPr>
          <p:cNvSpPr txBox="1"/>
          <p:nvPr/>
        </p:nvSpPr>
        <p:spPr>
          <a:xfrm>
            <a:off x="2209800" y="8336282"/>
            <a:ext cx="142123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image shows a clean and modern web interface for a </a:t>
            </a:r>
            <a:r>
              <a:rPr lang="en-US" sz="2800" b="1" dirty="0"/>
              <a:t>Smart Campus Event Management System</a:t>
            </a:r>
            <a:r>
              <a:rPr lang="en-US" sz="28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page is focused on a specific event titled </a:t>
            </a:r>
            <a:r>
              <a:rPr lang="en-US" sz="2800" b="1" dirty="0"/>
              <a:t>“Annual Business Seminar.”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8BA69-BF2E-8C9D-7FCF-E774B297E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381" y="2216151"/>
            <a:ext cx="13563600" cy="575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177DF-34AF-881C-BCB8-8B1D28F88137}"/>
              </a:ext>
            </a:extLst>
          </p:cNvPr>
          <p:cNvSpPr txBox="1"/>
          <p:nvPr/>
        </p:nvSpPr>
        <p:spPr>
          <a:xfrm>
            <a:off x="2665734" y="1638300"/>
            <a:ext cx="146263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05956-CFB2-8C54-292C-73BEDCB79029}"/>
              </a:ext>
            </a:extLst>
          </p:cNvPr>
          <p:cNvSpPr txBox="1"/>
          <p:nvPr/>
        </p:nvSpPr>
        <p:spPr>
          <a:xfrm>
            <a:off x="2690653" y="8648700"/>
            <a:ext cx="137685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After submitting registration details, a 6-digit One-Time Password is dispatched to the    student's registered email address for identity confirmation.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41927-048F-49BE-A221-56CC45A65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912" y="1666875"/>
            <a:ext cx="7658609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35FC1-D408-07E2-E3BA-6DC8F852FC8D}"/>
              </a:ext>
            </a:extLst>
          </p:cNvPr>
          <p:cNvSpPr txBox="1"/>
          <p:nvPr/>
        </p:nvSpPr>
        <p:spPr>
          <a:xfrm>
            <a:off x="2200991" y="1156280"/>
            <a:ext cx="18872663" cy="8833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event management, saving time and effort.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errors compared to manual systems.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 for easy access to all event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updates and notifications.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between organizers and participants.</a:t>
            </a: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to access the system.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development cost can be high.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system maintenance and updates.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 if not properly implemented.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need basic technical knowledge to operate.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1324</Words>
  <Application>Microsoft Office PowerPoint</Application>
  <PresentationFormat>Custom</PresentationFormat>
  <Paragraphs>432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Times New Roman</vt:lpstr>
      <vt:lpstr>Gotham</vt:lpstr>
      <vt:lpstr>Bookman Old Style</vt:lpstr>
      <vt:lpstr>Calibri</vt:lpstr>
      <vt:lpstr>Cambria</vt:lpstr>
      <vt:lpstr>Gotham Bold Italics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SRUJANA SREE G</dc:creator>
  <cp:lastModifiedBy>MV AKSHAYA</cp:lastModifiedBy>
  <cp:revision>16</cp:revision>
  <dcterms:created xsi:type="dcterms:W3CDTF">2006-08-16T00:00:00Z</dcterms:created>
  <dcterms:modified xsi:type="dcterms:W3CDTF">2026-05-05T17:19:48Z</dcterms:modified>
  <dc:identifier>DAHCaYqJ9OU</dc:identifier>
</cp:coreProperties>
</file>